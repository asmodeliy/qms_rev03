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3"/>
  </p:sldMasterIdLst>
  <p:notesMasterIdLst>
    <p:notesMasterId r:id="rId10"/>
  </p:notesMasterIdLst>
  <p:sldIdLst>
    <p:sldId id="256" r:id="rId4"/>
    <p:sldId id="261" r:id="rId5"/>
    <p:sldId id="265" r:id="rId6"/>
    <p:sldId id="262" r:id="rId7"/>
    <p:sldId id="264" r:id="rId8"/>
    <p:sldId id="263" r:id="rId9"/>
  </p:sldIdLst>
  <p:sldSz cx="12192000" cy="6858000"/>
  <p:notesSz cx="6888163" cy="10018713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B272542-FE06-4868-953D-65EE9BCA16D9}" v="3" dt="2024-02-06T05:59:11.53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0571" autoAdjust="0"/>
    <p:restoredTop sz="94660"/>
  </p:normalViewPr>
  <p:slideViewPr>
    <p:cSldViewPr snapToGrid="0">
      <p:cViewPr varScale="1">
        <p:scale>
          <a:sx n="159" d="100"/>
          <a:sy n="159" d="100"/>
        </p:scale>
        <p:origin x="3084" y="126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theme" Target="theme/theme1.xml"/><Relationship Id="rId3" Type="http://schemas.openxmlformats.org/officeDocument/2006/relationships/slideMaster" Target="slideMasters/slideMaster1.xml"/><Relationship Id="rId7" Type="http://schemas.openxmlformats.org/officeDocument/2006/relationships/slide" Target="slides/slide4.xml"/><Relationship Id="rId12" Type="http://schemas.openxmlformats.org/officeDocument/2006/relationships/viewProps" Target="viewProps.xml"/><Relationship Id="rId17" Type="http://schemas.openxmlformats.org/officeDocument/2006/relationships/customXml" Target="../customXml/item3.xml"/><Relationship Id="rId2" Type="http://schemas.openxmlformats.org/officeDocument/2006/relationships/customXml" Target="../customXml/item2.xml"/><Relationship Id="rId16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3.xml"/><Relationship Id="rId11" Type="http://schemas.openxmlformats.org/officeDocument/2006/relationships/presProps" Target="presProps.xml"/><Relationship Id="rId5" Type="http://schemas.openxmlformats.org/officeDocument/2006/relationships/slide" Target="slides/slide2.xml"/><Relationship Id="rId15" Type="http://schemas.microsoft.com/office/2016/11/relationships/changesInfo" Target="changesInfos/changesInfo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김 동남" userId="e1c38d99-2d63-4cf1-b0fa-2dc7b47f530c" providerId="ADAL" clId="{555A4204-8978-4700-A4AA-E1FE48945DFA}"/>
    <pc:docChg chg="undo custSel addSld delSld modSld sldOrd">
      <pc:chgData name="김 동남" userId="e1c38d99-2d63-4cf1-b0fa-2dc7b47f530c" providerId="ADAL" clId="{555A4204-8978-4700-A4AA-E1FE48945DFA}" dt="2024-02-01T08:04:33.433" v="6077" actId="20577"/>
      <pc:docMkLst>
        <pc:docMk/>
      </pc:docMkLst>
      <pc:sldChg chg="addSp delSp modSp mod">
        <pc:chgData name="김 동남" userId="e1c38d99-2d63-4cf1-b0fa-2dc7b47f530c" providerId="ADAL" clId="{555A4204-8978-4700-A4AA-E1FE48945DFA}" dt="2024-02-01T00:42:44.643" v="130" actId="1076"/>
        <pc:sldMkLst>
          <pc:docMk/>
          <pc:sldMk cId="639013885" sldId="256"/>
        </pc:sldMkLst>
        <pc:spChg chg="del mod">
          <ac:chgData name="김 동남" userId="e1c38d99-2d63-4cf1-b0fa-2dc7b47f530c" providerId="ADAL" clId="{555A4204-8978-4700-A4AA-E1FE48945DFA}" dt="2024-02-01T00:42:31.910" v="127" actId="478"/>
          <ac:spMkLst>
            <pc:docMk/>
            <pc:sldMk cId="639013885" sldId="256"/>
            <ac:spMk id="2" creationId="{A6564CC6-F2D1-96BE-6963-91410EA54CDE}"/>
          </ac:spMkLst>
        </pc:spChg>
        <pc:spChg chg="del">
          <ac:chgData name="김 동남" userId="e1c38d99-2d63-4cf1-b0fa-2dc7b47f530c" providerId="ADAL" clId="{555A4204-8978-4700-A4AA-E1FE48945DFA}" dt="2024-02-01T00:42:21.231" v="125" actId="478"/>
          <ac:spMkLst>
            <pc:docMk/>
            <pc:sldMk cId="639013885" sldId="256"/>
            <ac:spMk id="3" creationId="{A41AA367-C4BF-444C-0FDC-24FFA1B7C6CC}"/>
          </ac:spMkLst>
        </pc:spChg>
        <pc:spChg chg="add mod">
          <ac:chgData name="김 동남" userId="e1c38d99-2d63-4cf1-b0fa-2dc7b47f530c" providerId="ADAL" clId="{555A4204-8978-4700-A4AA-E1FE48945DFA}" dt="2024-02-01T00:42:44.643" v="130" actId="1076"/>
          <ac:spMkLst>
            <pc:docMk/>
            <pc:sldMk cId="639013885" sldId="256"/>
            <ac:spMk id="4" creationId="{F4C73D09-2BD1-66C2-B73C-42948BF72870}"/>
          </ac:spMkLst>
        </pc:spChg>
        <pc:spChg chg="add del mod">
          <ac:chgData name="김 동남" userId="e1c38d99-2d63-4cf1-b0fa-2dc7b47f530c" providerId="ADAL" clId="{555A4204-8978-4700-A4AA-E1FE48945DFA}" dt="2024-02-01T00:42:13.935" v="124" actId="478"/>
          <ac:spMkLst>
            <pc:docMk/>
            <pc:sldMk cId="639013885" sldId="256"/>
            <ac:spMk id="5" creationId="{667A33A3-DBC5-3629-97BA-DCF4D86E76A8}"/>
          </ac:spMkLst>
        </pc:spChg>
        <pc:spChg chg="mod">
          <ac:chgData name="김 동남" userId="e1c38d99-2d63-4cf1-b0fa-2dc7b47f530c" providerId="ADAL" clId="{555A4204-8978-4700-A4AA-E1FE48945DFA}" dt="2024-02-01T00:40:37.816" v="104" actId="1076"/>
          <ac:spMkLst>
            <pc:docMk/>
            <pc:sldMk cId="639013885" sldId="256"/>
            <ac:spMk id="19" creationId="{DEF1A3BC-B1F7-19C9-9638-F8AE0FC745AD}"/>
          </ac:spMkLst>
        </pc:spChg>
      </pc:sldChg>
      <pc:sldChg chg="addSp delSp modSp mod">
        <pc:chgData name="김 동남" userId="e1c38d99-2d63-4cf1-b0fa-2dc7b47f530c" providerId="ADAL" clId="{555A4204-8978-4700-A4AA-E1FE48945DFA}" dt="2024-02-01T07:49:22.919" v="6043" actId="20577"/>
        <pc:sldMkLst>
          <pc:docMk/>
          <pc:sldMk cId="954806989" sldId="261"/>
        </pc:sldMkLst>
        <pc:spChg chg="mod">
          <ac:chgData name="김 동남" userId="e1c38d99-2d63-4cf1-b0fa-2dc7b47f530c" providerId="ADAL" clId="{555A4204-8978-4700-A4AA-E1FE48945DFA}" dt="2024-02-01T01:00:58.985" v="259"/>
          <ac:spMkLst>
            <pc:docMk/>
            <pc:sldMk cId="954806989" sldId="261"/>
            <ac:spMk id="3" creationId="{584F1C91-61CF-61AC-635B-76F1D73F2EB5}"/>
          </ac:spMkLst>
        </pc:spChg>
        <pc:spChg chg="del">
          <ac:chgData name="김 동남" userId="e1c38d99-2d63-4cf1-b0fa-2dc7b47f530c" providerId="ADAL" clId="{555A4204-8978-4700-A4AA-E1FE48945DFA}" dt="2024-02-01T00:43:29.959" v="204" actId="478"/>
          <ac:spMkLst>
            <pc:docMk/>
            <pc:sldMk cId="954806989" sldId="261"/>
            <ac:spMk id="4" creationId="{04537C52-2E09-6B82-076A-BCBAF21372AD}"/>
          </ac:spMkLst>
        </pc:spChg>
        <pc:spChg chg="add mod">
          <ac:chgData name="김 동남" userId="e1c38d99-2d63-4cf1-b0fa-2dc7b47f530c" providerId="ADAL" clId="{555A4204-8978-4700-A4AA-E1FE48945DFA}" dt="2024-02-01T02:14:10.290" v="1777" actId="1076"/>
          <ac:spMkLst>
            <pc:docMk/>
            <pc:sldMk cId="954806989" sldId="261"/>
            <ac:spMk id="5" creationId="{76D21BBE-41BF-2A41-6AE6-D5EC985D324B}"/>
          </ac:spMkLst>
        </pc:spChg>
        <pc:spChg chg="add mod">
          <ac:chgData name="김 동남" userId="e1c38d99-2d63-4cf1-b0fa-2dc7b47f530c" providerId="ADAL" clId="{555A4204-8978-4700-A4AA-E1FE48945DFA}" dt="2024-02-01T02:25:42.341" v="2003" actId="1076"/>
          <ac:spMkLst>
            <pc:docMk/>
            <pc:sldMk cId="954806989" sldId="261"/>
            <ac:spMk id="7" creationId="{44B08AAE-9AD7-8CF4-9961-DB7FB2E20993}"/>
          </ac:spMkLst>
        </pc:spChg>
        <pc:spChg chg="add mod">
          <ac:chgData name="김 동남" userId="e1c38d99-2d63-4cf1-b0fa-2dc7b47f530c" providerId="ADAL" clId="{555A4204-8978-4700-A4AA-E1FE48945DFA}" dt="2024-02-01T02:17:40.893" v="1795" actId="693"/>
          <ac:spMkLst>
            <pc:docMk/>
            <pc:sldMk cId="954806989" sldId="261"/>
            <ac:spMk id="8" creationId="{A294B2F8-31AD-9788-1214-16141D2348EF}"/>
          </ac:spMkLst>
        </pc:spChg>
        <pc:spChg chg="add mod">
          <ac:chgData name="김 동남" userId="e1c38d99-2d63-4cf1-b0fa-2dc7b47f530c" providerId="ADAL" clId="{555A4204-8978-4700-A4AA-E1FE48945DFA}" dt="2024-02-01T02:18:33.549" v="1797" actId="14100"/>
          <ac:spMkLst>
            <pc:docMk/>
            <pc:sldMk cId="954806989" sldId="261"/>
            <ac:spMk id="9" creationId="{5C292F08-82E2-753B-DBDB-3F1A5B356070}"/>
          </ac:spMkLst>
        </pc:spChg>
        <pc:spChg chg="add mod">
          <ac:chgData name="김 동남" userId="e1c38d99-2d63-4cf1-b0fa-2dc7b47f530c" providerId="ADAL" clId="{555A4204-8978-4700-A4AA-E1FE48945DFA}" dt="2024-02-01T02:21:34.862" v="1985" actId="13926"/>
          <ac:spMkLst>
            <pc:docMk/>
            <pc:sldMk cId="954806989" sldId="261"/>
            <ac:spMk id="10" creationId="{E9B91949-AFAF-0354-B845-651F90DE2541}"/>
          </ac:spMkLst>
        </pc:spChg>
        <pc:spChg chg="add mod">
          <ac:chgData name="김 동남" userId="e1c38d99-2d63-4cf1-b0fa-2dc7b47f530c" providerId="ADAL" clId="{555A4204-8978-4700-A4AA-E1FE48945DFA}" dt="2024-02-01T07:49:22.919" v="6043" actId="20577"/>
          <ac:spMkLst>
            <pc:docMk/>
            <pc:sldMk cId="954806989" sldId="261"/>
            <ac:spMk id="11" creationId="{9FF97D59-DFDE-8E07-D387-7AABC56E4306}"/>
          </ac:spMkLst>
        </pc:spChg>
        <pc:spChg chg="add mod">
          <ac:chgData name="김 동남" userId="e1c38d99-2d63-4cf1-b0fa-2dc7b47f530c" providerId="ADAL" clId="{555A4204-8978-4700-A4AA-E1FE48945DFA}" dt="2024-02-01T02:23:54.906" v="1999" actId="14100"/>
          <ac:spMkLst>
            <pc:docMk/>
            <pc:sldMk cId="954806989" sldId="261"/>
            <ac:spMk id="16" creationId="{6BF54760-EDFA-75CE-206A-9C09840C4707}"/>
          </ac:spMkLst>
        </pc:spChg>
        <pc:spChg chg="mod">
          <ac:chgData name="김 동남" userId="e1c38d99-2d63-4cf1-b0fa-2dc7b47f530c" providerId="ADAL" clId="{555A4204-8978-4700-A4AA-E1FE48945DFA}" dt="2024-02-01T00:43:26.046" v="203" actId="14100"/>
          <ac:spMkLst>
            <pc:docMk/>
            <pc:sldMk cId="954806989" sldId="261"/>
            <ac:spMk id="19" creationId="{DEF1A3BC-B1F7-19C9-9638-F8AE0FC745AD}"/>
          </ac:spMkLst>
        </pc:spChg>
        <pc:spChg chg="add mod">
          <ac:chgData name="김 동남" userId="e1c38d99-2d63-4cf1-b0fa-2dc7b47f530c" providerId="ADAL" clId="{555A4204-8978-4700-A4AA-E1FE48945DFA}" dt="2024-02-01T03:18:54.317" v="2075"/>
          <ac:spMkLst>
            <pc:docMk/>
            <pc:sldMk cId="954806989" sldId="261"/>
            <ac:spMk id="20" creationId="{A81AABDA-96F3-924F-B987-60FF291D6B10}"/>
          </ac:spMkLst>
        </pc:spChg>
        <pc:graphicFrameChg chg="mod modGraphic">
          <ac:chgData name="김 동남" userId="e1c38d99-2d63-4cf1-b0fa-2dc7b47f530c" providerId="ADAL" clId="{555A4204-8978-4700-A4AA-E1FE48945DFA}" dt="2024-02-01T07:47:09.208" v="6042"/>
          <ac:graphicFrameMkLst>
            <pc:docMk/>
            <pc:sldMk cId="954806989" sldId="261"/>
            <ac:graphicFrameMk id="2" creationId="{E3130225-AF6B-C4C2-904A-DA655F93FE9A}"/>
          </ac:graphicFrameMkLst>
        </pc:graphicFrameChg>
        <pc:cxnChg chg="add mod">
          <ac:chgData name="김 동남" userId="e1c38d99-2d63-4cf1-b0fa-2dc7b47f530c" providerId="ADAL" clId="{555A4204-8978-4700-A4AA-E1FE48945DFA}" dt="2024-02-01T02:22:01.237" v="1989" actId="693"/>
          <ac:cxnSpMkLst>
            <pc:docMk/>
            <pc:sldMk cId="954806989" sldId="261"/>
            <ac:cxnSpMk id="13" creationId="{736A1613-6ABC-B7AB-AB9D-259AD3344912}"/>
          </ac:cxnSpMkLst>
        </pc:cxnChg>
        <pc:cxnChg chg="add mod">
          <ac:chgData name="김 동남" userId="e1c38d99-2d63-4cf1-b0fa-2dc7b47f530c" providerId="ADAL" clId="{555A4204-8978-4700-A4AA-E1FE48945DFA}" dt="2024-02-01T02:22:32.692" v="1993" actId="693"/>
          <ac:cxnSpMkLst>
            <pc:docMk/>
            <pc:sldMk cId="954806989" sldId="261"/>
            <ac:cxnSpMk id="15" creationId="{3CDAB819-79CD-78BA-4D54-65EA896F99AE}"/>
          </ac:cxnSpMkLst>
        </pc:cxnChg>
        <pc:cxnChg chg="add mod">
          <ac:chgData name="김 동남" userId="e1c38d99-2d63-4cf1-b0fa-2dc7b47f530c" providerId="ADAL" clId="{555A4204-8978-4700-A4AA-E1FE48945DFA}" dt="2024-02-01T02:25:35.609" v="2001" actId="14100"/>
          <ac:cxnSpMkLst>
            <pc:docMk/>
            <pc:sldMk cId="954806989" sldId="261"/>
            <ac:cxnSpMk id="17" creationId="{8077DB27-2B01-D3BA-D252-F04807D6E27B}"/>
          </ac:cxnSpMkLst>
        </pc:cxnChg>
      </pc:sldChg>
      <pc:sldChg chg="del">
        <pc:chgData name="김 동남" userId="e1c38d99-2d63-4cf1-b0fa-2dc7b47f530c" providerId="ADAL" clId="{555A4204-8978-4700-A4AA-E1FE48945DFA}" dt="2024-02-01T03:19:07.671" v="2076" actId="47"/>
        <pc:sldMkLst>
          <pc:docMk/>
          <pc:sldMk cId="3485030052" sldId="262"/>
        </pc:sldMkLst>
      </pc:sldChg>
      <pc:sldChg chg="delSp modSp add mod">
        <pc:chgData name="김 동남" userId="e1c38d99-2d63-4cf1-b0fa-2dc7b47f530c" providerId="ADAL" clId="{555A4204-8978-4700-A4AA-E1FE48945DFA}" dt="2024-02-01T07:58:47.767" v="6061" actId="20577"/>
        <pc:sldMkLst>
          <pc:docMk/>
          <pc:sldMk cId="4189238123" sldId="262"/>
        </pc:sldMkLst>
        <pc:spChg chg="mod">
          <ac:chgData name="김 동남" userId="e1c38d99-2d63-4cf1-b0fa-2dc7b47f530c" providerId="ADAL" clId="{555A4204-8978-4700-A4AA-E1FE48945DFA}" dt="2024-02-01T06:49:50.948" v="5370" actId="1036"/>
          <ac:spMkLst>
            <pc:docMk/>
            <pc:sldMk cId="4189238123" sldId="262"/>
            <ac:spMk id="3" creationId="{584F1C91-61CF-61AC-635B-76F1D73F2EB5}"/>
          </ac:spMkLst>
        </pc:spChg>
        <pc:spChg chg="del">
          <ac:chgData name="김 동남" userId="e1c38d99-2d63-4cf1-b0fa-2dc7b47f530c" providerId="ADAL" clId="{555A4204-8978-4700-A4AA-E1FE48945DFA}" dt="2024-02-01T03:39:40.278" v="2161" actId="478"/>
          <ac:spMkLst>
            <pc:docMk/>
            <pc:sldMk cId="4189238123" sldId="262"/>
            <ac:spMk id="5" creationId="{76D21BBE-41BF-2A41-6AE6-D5EC985D324B}"/>
          </ac:spMkLst>
        </pc:spChg>
        <pc:spChg chg="del">
          <ac:chgData name="김 동남" userId="e1c38d99-2d63-4cf1-b0fa-2dc7b47f530c" providerId="ADAL" clId="{555A4204-8978-4700-A4AA-E1FE48945DFA}" dt="2024-02-01T03:39:40.278" v="2161" actId="478"/>
          <ac:spMkLst>
            <pc:docMk/>
            <pc:sldMk cId="4189238123" sldId="262"/>
            <ac:spMk id="7" creationId="{44B08AAE-9AD7-8CF4-9961-DB7FB2E20993}"/>
          </ac:spMkLst>
        </pc:spChg>
        <pc:spChg chg="del">
          <ac:chgData name="김 동남" userId="e1c38d99-2d63-4cf1-b0fa-2dc7b47f530c" providerId="ADAL" clId="{555A4204-8978-4700-A4AA-E1FE48945DFA}" dt="2024-02-01T03:39:40.278" v="2161" actId="478"/>
          <ac:spMkLst>
            <pc:docMk/>
            <pc:sldMk cId="4189238123" sldId="262"/>
            <ac:spMk id="8" creationId="{A294B2F8-31AD-9788-1214-16141D2348EF}"/>
          </ac:spMkLst>
        </pc:spChg>
        <pc:spChg chg="del">
          <ac:chgData name="김 동남" userId="e1c38d99-2d63-4cf1-b0fa-2dc7b47f530c" providerId="ADAL" clId="{555A4204-8978-4700-A4AA-E1FE48945DFA}" dt="2024-02-01T03:39:40.278" v="2161" actId="478"/>
          <ac:spMkLst>
            <pc:docMk/>
            <pc:sldMk cId="4189238123" sldId="262"/>
            <ac:spMk id="9" creationId="{5C292F08-82E2-753B-DBDB-3F1A5B356070}"/>
          </ac:spMkLst>
        </pc:spChg>
        <pc:spChg chg="del">
          <ac:chgData name="김 동남" userId="e1c38d99-2d63-4cf1-b0fa-2dc7b47f530c" providerId="ADAL" clId="{555A4204-8978-4700-A4AA-E1FE48945DFA}" dt="2024-02-01T03:39:40.278" v="2161" actId="478"/>
          <ac:spMkLst>
            <pc:docMk/>
            <pc:sldMk cId="4189238123" sldId="262"/>
            <ac:spMk id="10" creationId="{E9B91949-AFAF-0354-B845-651F90DE2541}"/>
          </ac:spMkLst>
        </pc:spChg>
        <pc:spChg chg="del">
          <ac:chgData name="김 동남" userId="e1c38d99-2d63-4cf1-b0fa-2dc7b47f530c" providerId="ADAL" clId="{555A4204-8978-4700-A4AA-E1FE48945DFA}" dt="2024-02-01T03:39:40.278" v="2161" actId="478"/>
          <ac:spMkLst>
            <pc:docMk/>
            <pc:sldMk cId="4189238123" sldId="262"/>
            <ac:spMk id="11" creationId="{9FF97D59-DFDE-8E07-D387-7AABC56E4306}"/>
          </ac:spMkLst>
        </pc:spChg>
        <pc:spChg chg="del">
          <ac:chgData name="김 동남" userId="e1c38d99-2d63-4cf1-b0fa-2dc7b47f530c" providerId="ADAL" clId="{555A4204-8978-4700-A4AA-E1FE48945DFA}" dt="2024-02-01T03:39:40.278" v="2161" actId="478"/>
          <ac:spMkLst>
            <pc:docMk/>
            <pc:sldMk cId="4189238123" sldId="262"/>
            <ac:spMk id="16" creationId="{6BF54760-EDFA-75CE-206A-9C09840C4707}"/>
          </ac:spMkLst>
        </pc:spChg>
        <pc:spChg chg="del">
          <ac:chgData name="김 동남" userId="e1c38d99-2d63-4cf1-b0fa-2dc7b47f530c" providerId="ADAL" clId="{555A4204-8978-4700-A4AA-E1FE48945DFA}" dt="2024-02-01T03:39:40.278" v="2161" actId="478"/>
          <ac:spMkLst>
            <pc:docMk/>
            <pc:sldMk cId="4189238123" sldId="262"/>
            <ac:spMk id="20" creationId="{A81AABDA-96F3-924F-B987-60FF291D6B10}"/>
          </ac:spMkLst>
        </pc:spChg>
        <pc:graphicFrameChg chg="mod modGraphic">
          <ac:chgData name="김 동남" userId="e1c38d99-2d63-4cf1-b0fa-2dc7b47f530c" providerId="ADAL" clId="{555A4204-8978-4700-A4AA-E1FE48945DFA}" dt="2024-02-01T07:58:47.767" v="6061" actId="20577"/>
          <ac:graphicFrameMkLst>
            <pc:docMk/>
            <pc:sldMk cId="4189238123" sldId="262"/>
            <ac:graphicFrameMk id="2" creationId="{E3130225-AF6B-C4C2-904A-DA655F93FE9A}"/>
          </ac:graphicFrameMkLst>
        </pc:graphicFrameChg>
        <pc:cxnChg chg="del">
          <ac:chgData name="김 동남" userId="e1c38d99-2d63-4cf1-b0fa-2dc7b47f530c" providerId="ADAL" clId="{555A4204-8978-4700-A4AA-E1FE48945DFA}" dt="2024-02-01T03:39:40.278" v="2161" actId="478"/>
          <ac:cxnSpMkLst>
            <pc:docMk/>
            <pc:sldMk cId="4189238123" sldId="262"/>
            <ac:cxnSpMk id="13" creationId="{736A1613-6ABC-B7AB-AB9D-259AD3344912}"/>
          </ac:cxnSpMkLst>
        </pc:cxnChg>
        <pc:cxnChg chg="del mod">
          <ac:chgData name="김 동남" userId="e1c38d99-2d63-4cf1-b0fa-2dc7b47f530c" providerId="ADAL" clId="{555A4204-8978-4700-A4AA-E1FE48945DFA}" dt="2024-02-01T03:39:40.278" v="2161" actId="478"/>
          <ac:cxnSpMkLst>
            <pc:docMk/>
            <pc:sldMk cId="4189238123" sldId="262"/>
            <ac:cxnSpMk id="15" creationId="{3CDAB819-79CD-78BA-4D54-65EA896F99AE}"/>
          </ac:cxnSpMkLst>
        </pc:cxnChg>
        <pc:cxnChg chg="del">
          <ac:chgData name="김 동남" userId="e1c38d99-2d63-4cf1-b0fa-2dc7b47f530c" providerId="ADAL" clId="{555A4204-8978-4700-A4AA-E1FE48945DFA}" dt="2024-02-01T03:39:40.278" v="2161" actId="478"/>
          <ac:cxnSpMkLst>
            <pc:docMk/>
            <pc:sldMk cId="4189238123" sldId="262"/>
            <ac:cxnSpMk id="17" creationId="{8077DB27-2B01-D3BA-D252-F04807D6E27B}"/>
          </ac:cxnSpMkLst>
        </pc:cxnChg>
      </pc:sldChg>
      <pc:sldChg chg="del">
        <pc:chgData name="김 동남" userId="e1c38d99-2d63-4cf1-b0fa-2dc7b47f530c" providerId="ADAL" clId="{555A4204-8978-4700-A4AA-E1FE48945DFA}" dt="2024-02-01T03:19:07.671" v="2076" actId="47"/>
        <pc:sldMkLst>
          <pc:docMk/>
          <pc:sldMk cId="1658854953" sldId="263"/>
        </pc:sldMkLst>
      </pc:sldChg>
      <pc:sldChg chg="addSp modSp add mod ord">
        <pc:chgData name="김 동남" userId="e1c38d99-2d63-4cf1-b0fa-2dc7b47f530c" providerId="ADAL" clId="{555A4204-8978-4700-A4AA-E1FE48945DFA}" dt="2024-02-01T07:35:44.945" v="5675" actId="1076"/>
        <pc:sldMkLst>
          <pc:docMk/>
          <pc:sldMk cId="1810549737" sldId="263"/>
        </pc:sldMkLst>
        <pc:spChg chg="mod">
          <ac:chgData name="김 동남" userId="e1c38d99-2d63-4cf1-b0fa-2dc7b47f530c" providerId="ADAL" clId="{555A4204-8978-4700-A4AA-E1FE48945DFA}" dt="2024-02-01T06:50:09.733" v="5392"/>
          <ac:spMkLst>
            <pc:docMk/>
            <pc:sldMk cId="1810549737" sldId="263"/>
            <ac:spMk id="3" creationId="{584F1C91-61CF-61AC-635B-76F1D73F2EB5}"/>
          </ac:spMkLst>
        </pc:spChg>
        <pc:spChg chg="add mod">
          <ac:chgData name="김 동남" userId="e1c38d99-2d63-4cf1-b0fa-2dc7b47f530c" providerId="ADAL" clId="{555A4204-8978-4700-A4AA-E1FE48945DFA}" dt="2024-02-01T07:35:44.945" v="5675" actId="1076"/>
          <ac:spMkLst>
            <pc:docMk/>
            <pc:sldMk cId="1810549737" sldId="263"/>
            <ac:spMk id="4" creationId="{59A3E8FA-D7B6-6B15-2348-548064EB12B4}"/>
          </ac:spMkLst>
        </pc:spChg>
        <pc:spChg chg="add mod">
          <ac:chgData name="김 동남" userId="e1c38d99-2d63-4cf1-b0fa-2dc7b47f530c" providerId="ADAL" clId="{555A4204-8978-4700-A4AA-E1FE48945DFA}" dt="2024-02-01T07:32:36.164" v="5494" actId="255"/>
          <ac:spMkLst>
            <pc:docMk/>
            <pc:sldMk cId="1810549737" sldId="263"/>
            <ac:spMk id="5" creationId="{4C2924B4-F1B7-6E81-F244-BFE8EECE91F8}"/>
          </ac:spMkLst>
        </pc:spChg>
        <pc:spChg chg="add mod">
          <ac:chgData name="김 동남" userId="e1c38d99-2d63-4cf1-b0fa-2dc7b47f530c" providerId="ADAL" clId="{555A4204-8978-4700-A4AA-E1FE48945DFA}" dt="2024-02-01T07:32:54.883" v="5497" actId="14100"/>
          <ac:spMkLst>
            <pc:docMk/>
            <pc:sldMk cId="1810549737" sldId="263"/>
            <ac:spMk id="6" creationId="{DD435BC6-9439-3A72-D302-B1D551C71D9D}"/>
          </ac:spMkLst>
        </pc:spChg>
        <pc:spChg chg="add mod">
          <ac:chgData name="김 동남" userId="e1c38d99-2d63-4cf1-b0fa-2dc7b47f530c" providerId="ADAL" clId="{555A4204-8978-4700-A4AA-E1FE48945DFA}" dt="2024-02-01T07:33:44.161" v="5541" actId="255"/>
          <ac:spMkLst>
            <pc:docMk/>
            <pc:sldMk cId="1810549737" sldId="263"/>
            <ac:spMk id="9" creationId="{BF30F6FA-BE2B-03B3-D49C-1EB1905E80A4}"/>
          </ac:spMkLst>
        </pc:spChg>
        <pc:spChg chg="add mod">
          <ac:chgData name="김 동남" userId="e1c38d99-2d63-4cf1-b0fa-2dc7b47f530c" providerId="ADAL" clId="{555A4204-8978-4700-A4AA-E1FE48945DFA}" dt="2024-02-01T07:33:37.589" v="5539" actId="14100"/>
          <ac:spMkLst>
            <pc:docMk/>
            <pc:sldMk cId="1810549737" sldId="263"/>
            <ac:spMk id="10" creationId="{9283775F-1466-53A7-3B8E-A89F0167F44E}"/>
          </ac:spMkLst>
        </pc:spChg>
        <pc:spChg chg="add mod">
          <ac:chgData name="김 동남" userId="e1c38d99-2d63-4cf1-b0fa-2dc7b47f530c" providerId="ADAL" clId="{555A4204-8978-4700-A4AA-E1FE48945DFA}" dt="2024-02-01T07:33:55.219" v="5552"/>
          <ac:spMkLst>
            <pc:docMk/>
            <pc:sldMk cId="1810549737" sldId="263"/>
            <ac:spMk id="12" creationId="{5299C6AD-798B-DF6D-1001-4CDAF81675FA}"/>
          </ac:spMkLst>
        </pc:spChg>
        <pc:spChg chg="add mod">
          <ac:chgData name="김 동남" userId="e1c38d99-2d63-4cf1-b0fa-2dc7b47f530c" providerId="ADAL" clId="{555A4204-8978-4700-A4AA-E1FE48945DFA}" dt="2024-02-01T07:34:05.278" v="5554" actId="14100"/>
          <ac:spMkLst>
            <pc:docMk/>
            <pc:sldMk cId="1810549737" sldId="263"/>
            <ac:spMk id="13" creationId="{DD65C9C2-EBCE-844E-89B7-47D5788D16DC}"/>
          </ac:spMkLst>
        </pc:spChg>
        <pc:spChg chg="add mod">
          <ac:chgData name="김 동남" userId="e1c38d99-2d63-4cf1-b0fa-2dc7b47f530c" providerId="ADAL" clId="{555A4204-8978-4700-A4AA-E1FE48945DFA}" dt="2024-02-01T07:34:26.466" v="5589" actId="20577"/>
          <ac:spMkLst>
            <pc:docMk/>
            <pc:sldMk cId="1810549737" sldId="263"/>
            <ac:spMk id="16" creationId="{A248D49D-10BD-FFA1-B557-D5CBF4FE6EA0}"/>
          </ac:spMkLst>
        </pc:spChg>
        <pc:spChg chg="add mod">
          <ac:chgData name="김 동남" userId="e1c38d99-2d63-4cf1-b0fa-2dc7b47f530c" providerId="ADAL" clId="{555A4204-8978-4700-A4AA-E1FE48945DFA}" dt="2024-02-01T07:34:34.821" v="5591" actId="14100"/>
          <ac:spMkLst>
            <pc:docMk/>
            <pc:sldMk cId="1810549737" sldId="263"/>
            <ac:spMk id="17" creationId="{F1811A8E-A432-A5D1-1DC5-C8B136A77B1E}"/>
          </ac:spMkLst>
        </pc:spChg>
        <pc:spChg chg="add mod">
          <ac:chgData name="김 동남" userId="e1c38d99-2d63-4cf1-b0fa-2dc7b47f530c" providerId="ADAL" clId="{555A4204-8978-4700-A4AA-E1FE48945DFA}" dt="2024-02-01T07:35:33.322" v="5674" actId="1076"/>
          <ac:spMkLst>
            <pc:docMk/>
            <pc:sldMk cId="1810549737" sldId="263"/>
            <ac:spMk id="21" creationId="{D23F2A7C-AAB8-0199-C6C7-7C66B48DFDB7}"/>
          </ac:spMkLst>
        </pc:spChg>
        <pc:graphicFrameChg chg="mod modGraphic">
          <ac:chgData name="김 동남" userId="e1c38d99-2d63-4cf1-b0fa-2dc7b47f530c" providerId="ADAL" clId="{555A4204-8978-4700-A4AA-E1FE48945DFA}" dt="2024-02-01T07:31:25.149" v="5405"/>
          <ac:graphicFrameMkLst>
            <pc:docMk/>
            <pc:sldMk cId="1810549737" sldId="263"/>
            <ac:graphicFrameMk id="2" creationId="{E3130225-AF6B-C4C2-904A-DA655F93FE9A}"/>
          </ac:graphicFrameMkLst>
        </pc:graphicFrameChg>
        <pc:cxnChg chg="add mod">
          <ac:chgData name="김 동남" userId="e1c38d99-2d63-4cf1-b0fa-2dc7b47f530c" providerId="ADAL" clId="{555A4204-8978-4700-A4AA-E1FE48945DFA}" dt="2024-02-01T07:33:06.054" v="5500" actId="14100"/>
          <ac:cxnSpMkLst>
            <pc:docMk/>
            <pc:sldMk cId="1810549737" sldId="263"/>
            <ac:cxnSpMk id="7" creationId="{C471AE80-F526-E179-A527-62544DD446E1}"/>
          </ac:cxnSpMkLst>
        </pc:cxnChg>
        <pc:cxnChg chg="add mod">
          <ac:chgData name="김 동남" userId="e1c38d99-2d63-4cf1-b0fa-2dc7b47f530c" providerId="ADAL" clId="{555A4204-8978-4700-A4AA-E1FE48945DFA}" dt="2024-02-01T07:33:40.053" v="5540" actId="571"/>
          <ac:cxnSpMkLst>
            <pc:docMk/>
            <pc:sldMk cId="1810549737" sldId="263"/>
            <ac:cxnSpMk id="11" creationId="{3C12EE63-9775-D375-9EA1-03E1F6937D1C}"/>
          </ac:cxnSpMkLst>
        </pc:cxnChg>
        <pc:cxnChg chg="add mod">
          <ac:chgData name="김 동남" userId="e1c38d99-2d63-4cf1-b0fa-2dc7b47f530c" providerId="ADAL" clId="{555A4204-8978-4700-A4AA-E1FE48945DFA}" dt="2024-02-01T07:34:12.624" v="5556" actId="14100"/>
          <ac:cxnSpMkLst>
            <pc:docMk/>
            <pc:sldMk cId="1810549737" sldId="263"/>
            <ac:cxnSpMk id="14" creationId="{E08B1A56-35CF-754D-24C2-BD0FC4496DB5}"/>
          </ac:cxnSpMkLst>
        </pc:cxnChg>
        <pc:cxnChg chg="add mod">
          <ac:chgData name="김 동남" userId="e1c38d99-2d63-4cf1-b0fa-2dc7b47f530c" providerId="ADAL" clId="{555A4204-8978-4700-A4AA-E1FE48945DFA}" dt="2024-02-01T07:34:43.877" v="5593" actId="14100"/>
          <ac:cxnSpMkLst>
            <pc:docMk/>
            <pc:sldMk cId="1810549737" sldId="263"/>
            <ac:cxnSpMk id="18" creationId="{87750FE4-02E8-5E0D-A93C-C23EF58E334A}"/>
          </ac:cxnSpMkLst>
        </pc:cxnChg>
      </pc:sldChg>
      <pc:sldChg chg="modSp add mod">
        <pc:chgData name="김 동남" userId="e1c38d99-2d63-4cf1-b0fa-2dc7b47f530c" providerId="ADAL" clId="{555A4204-8978-4700-A4AA-E1FE48945DFA}" dt="2024-02-01T08:04:33.433" v="6077" actId="20577"/>
        <pc:sldMkLst>
          <pc:docMk/>
          <pc:sldMk cId="2132059922" sldId="264"/>
        </pc:sldMkLst>
        <pc:spChg chg="mod">
          <ac:chgData name="김 동남" userId="e1c38d99-2d63-4cf1-b0fa-2dc7b47f530c" providerId="ADAL" clId="{555A4204-8978-4700-A4AA-E1FE48945DFA}" dt="2024-02-01T06:50:01.083" v="5390" actId="20577"/>
          <ac:spMkLst>
            <pc:docMk/>
            <pc:sldMk cId="2132059922" sldId="264"/>
            <ac:spMk id="3" creationId="{584F1C91-61CF-61AC-635B-76F1D73F2EB5}"/>
          </ac:spMkLst>
        </pc:spChg>
        <pc:graphicFrameChg chg="mod modGraphic">
          <ac:chgData name="김 동남" userId="e1c38d99-2d63-4cf1-b0fa-2dc7b47f530c" providerId="ADAL" clId="{555A4204-8978-4700-A4AA-E1FE48945DFA}" dt="2024-02-01T08:04:33.433" v="6077" actId="20577"/>
          <ac:graphicFrameMkLst>
            <pc:docMk/>
            <pc:sldMk cId="2132059922" sldId="264"/>
            <ac:graphicFrameMk id="2" creationId="{E3130225-AF6B-C4C2-904A-DA655F93FE9A}"/>
          </ac:graphicFrameMkLst>
        </pc:graphicFrameChg>
      </pc:sldChg>
      <pc:sldChg chg="del">
        <pc:chgData name="김 동남" userId="e1c38d99-2d63-4cf1-b0fa-2dc7b47f530c" providerId="ADAL" clId="{555A4204-8978-4700-A4AA-E1FE48945DFA}" dt="2024-02-01T03:19:07.671" v="2076" actId="47"/>
        <pc:sldMkLst>
          <pc:docMk/>
          <pc:sldMk cId="4065031434" sldId="264"/>
        </pc:sldMkLst>
      </pc:sldChg>
      <pc:sldChg chg="del">
        <pc:chgData name="김 동남" userId="e1c38d99-2d63-4cf1-b0fa-2dc7b47f530c" providerId="ADAL" clId="{555A4204-8978-4700-A4AA-E1FE48945DFA}" dt="2024-02-01T03:19:07.671" v="2076" actId="47"/>
        <pc:sldMkLst>
          <pc:docMk/>
          <pc:sldMk cId="1094187360" sldId="265"/>
        </pc:sldMkLst>
      </pc:sldChg>
      <pc:sldChg chg="del">
        <pc:chgData name="김 동남" userId="e1c38d99-2d63-4cf1-b0fa-2dc7b47f530c" providerId="ADAL" clId="{555A4204-8978-4700-A4AA-E1FE48945DFA}" dt="2024-02-01T03:19:07.671" v="2076" actId="47"/>
        <pc:sldMkLst>
          <pc:docMk/>
          <pc:sldMk cId="983479510" sldId="266"/>
        </pc:sldMkLst>
      </pc:sldChg>
      <pc:sldChg chg="del">
        <pc:chgData name="김 동남" userId="e1c38d99-2d63-4cf1-b0fa-2dc7b47f530c" providerId="ADAL" clId="{555A4204-8978-4700-A4AA-E1FE48945DFA}" dt="2024-02-01T03:19:07.671" v="2076" actId="47"/>
        <pc:sldMkLst>
          <pc:docMk/>
          <pc:sldMk cId="253701967" sldId="267"/>
        </pc:sldMkLst>
      </pc:sldChg>
      <pc:sldChg chg="del">
        <pc:chgData name="김 동남" userId="e1c38d99-2d63-4cf1-b0fa-2dc7b47f530c" providerId="ADAL" clId="{555A4204-8978-4700-A4AA-E1FE48945DFA}" dt="2024-02-01T03:19:07.671" v="2076" actId="47"/>
        <pc:sldMkLst>
          <pc:docMk/>
          <pc:sldMk cId="3103570619" sldId="269"/>
        </pc:sldMkLst>
      </pc:sldChg>
      <pc:sldChg chg="del">
        <pc:chgData name="김 동남" userId="e1c38d99-2d63-4cf1-b0fa-2dc7b47f530c" providerId="ADAL" clId="{555A4204-8978-4700-A4AA-E1FE48945DFA}" dt="2024-02-01T03:19:07.671" v="2076" actId="47"/>
        <pc:sldMkLst>
          <pc:docMk/>
          <pc:sldMk cId="210253323" sldId="270"/>
        </pc:sldMkLst>
      </pc:sldChg>
      <pc:sldChg chg="del">
        <pc:chgData name="김 동남" userId="e1c38d99-2d63-4cf1-b0fa-2dc7b47f530c" providerId="ADAL" clId="{555A4204-8978-4700-A4AA-E1FE48945DFA}" dt="2024-02-01T03:19:07.671" v="2076" actId="47"/>
        <pc:sldMkLst>
          <pc:docMk/>
          <pc:sldMk cId="4077372983" sldId="271"/>
        </pc:sldMkLst>
      </pc:sldChg>
      <pc:sldChg chg="delSp del mod">
        <pc:chgData name="김 동남" userId="e1c38d99-2d63-4cf1-b0fa-2dc7b47f530c" providerId="ADAL" clId="{555A4204-8978-4700-A4AA-E1FE48945DFA}" dt="2024-02-01T00:42:54.650" v="132" actId="47"/>
        <pc:sldMkLst>
          <pc:docMk/>
          <pc:sldMk cId="3521589939" sldId="274"/>
        </pc:sldMkLst>
        <pc:spChg chg="del">
          <ac:chgData name="김 동남" userId="e1c38d99-2d63-4cf1-b0fa-2dc7b47f530c" providerId="ADAL" clId="{555A4204-8978-4700-A4AA-E1FE48945DFA}" dt="2024-02-01T00:42:50.167" v="131" actId="478"/>
          <ac:spMkLst>
            <pc:docMk/>
            <pc:sldMk cId="3521589939" sldId="274"/>
            <ac:spMk id="2" creationId="{C80228D2-6875-D0A7-DDDA-9075443DBE2F}"/>
          </ac:spMkLst>
        </pc:spChg>
        <pc:spChg chg="del">
          <ac:chgData name="김 동남" userId="e1c38d99-2d63-4cf1-b0fa-2dc7b47f530c" providerId="ADAL" clId="{555A4204-8978-4700-A4AA-E1FE48945DFA}" dt="2024-02-01T00:42:50.167" v="131" actId="478"/>
          <ac:spMkLst>
            <pc:docMk/>
            <pc:sldMk cId="3521589939" sldId="274"/>
            <ac:spMk id="3" creationId="{FC78EAFF-4CCA-DF95-6ADD-3F9885D9A584}"/>
          </ac:spMkLst>
        </pc:spChg>
        <pc:spChg chg="del">
          <ac:chgData name="김 동남" userId="e1c38d99-2d63-4cf1-b0fa-2dc7b47f530c" providerId="ADAL" clId="{555A4204-8978-4700-A4AA-E1FE48945DFA}" dt="2024-02-01T00:42:50.167" v="131" actId="478"/>
          <ac:spMkLst>
            <pc:docMk/>
            <pc:sldMk cId="3521589939" sldId="274"/>
            <ac:spMk id="4" creationId="{F4DD6A43-A228-AA96-0A8B-0769141E1124}"/>
          </ac:spMkLst>
        </pc:spChg>
        <pc:spChg chg="del">
          <ac:chgData name="김 동남" userId="e1c38d99-2d63-4cf1-b0fa-2dc7b47f530c" providerId="ADAL" clId="{555A4204-8978-4700-A4AA-E1FE48945DFA}" dt="2024-02-01T00:42:50.167" v="131" actId="478"/>
          <ac:spMkLst>
            <pc:docMk/>
            <pc:sldMk cId="3521589939" sldId="274"/>
            <ac:spMk id="6" creationId="{CFE2B545-B404-2025-E269-981C88CDA588}"/>
          </ac:spMkLst>
        </pc:spChg>
        <pc:spChg chg="del">
          <ac:chgData name="김 동남" userId="e1c38d99-2d63-4cf1-b0fa-2dc7b47f530c" providerId="ADAL" clId="{555A4204-8978-4700-A4AA-E1FE48945DFA}" dt="2024-02-01T00:42:50.167" v="131" actId="478"/>
          <ac:spMkLst>
            <pc:docMk/>
            <pc:sldMk cId="3521589939" sldId="274"/>
            <ac:spMk id="19" creationId="{DEF1A3BC-B1F7-19C9-9638-F8AE0FC745AD}"/>
          </ac:spMkLst>
        </pc:spChg>
      </pc:sldChg>
      <pc:sldChg chg="del">
        <pc:chgData name="김 동남" userId="e1c38d99-2d63-4cf1-b0fa-2dc7b47f530c" providerId="ADAL" clId="{555A4204-8978-4700-A4AA-E1FE48945DFA}" dt="2024-02-01T03:19:07.671" v="2076" actId="47"/>
        <pc:sldMkLst>
          <pc:docMk/>
          <pc:sldMk cId="1813350097" sldId="275"/>
        </pc:sldMkLst>
      </pc:sldChg>
    </pc:docChg>
  </pc:docChgLst>
  <pc:docChgLst>
    <pc:chgData name="김 동남" userId="e1c38d99-2d63-4cf1-b0fa-2dc7b47f530c" providerId="ADAL" clId="{AFBD190C-8148-45B7-8D6E-3CAD4CAE121A}"/>
    <pc:docChg chg="undo custSel addSld delSld modSld">
      <pc:chgData name="김 동남" userId="e1c38d99-2d63-4cf1-b0fa-2dc7b47f530c" providerId="ADAL" clId="{AFBD190C-8148-45B7-8D6E-3CAD4CAE121A}" dt="2024-01-05T05:03:10.795" v="227" actId="207"/>
      <pc:docMkLst>
        <pc:docMk/>
      </pc:docMkLst>
      <pc:sldChg chg="modSp mod">
        <pc:chgData name="김 동남" userId="e1c38d99-2d63-4cf1-b0fa-2dc7b47f530c" providerId="ADAL" clId="{AFBD190C-8148-45B7-8D6E-3CAD4CAE121A}" dt="2023-12-15T04:27:47.639" v="52" actId="1076"/>
        <pc:sldMkLst>
          <pc:docMk/>
          <pc:sldMk cId="639013885" sldId="256"/>
        </pc:sldMkLst>
        <pc:spChg chg="mod">
          <ac:chgData name="김 동남" userId="e1c38d99-2d63-4cf1-b0fa-2dc7b47f530c" providerId="ADAL" clId="{AFBD190C-8148-45B7-8D6E-3CAD4CAE121A}" dt="2023-12-15T04:27:43.728" v="51" actId="6549"/>
          <ac:spMkLst>
            <pc:docMk/>
            <pc:sldMk cId="639013885" sldId="256"/>
            <ac:spMk id="2" creationId="{A6564CC6-F2D1-96BE-6963-91410EA54CDE}"/>
          </ac:spMkLst>
        </pc:spChg>
        <pc:spChg chg="mod">
          <ac:chgData name="김 동남" userId="e1c38d99-2d63-4cf1-b0fa-2dc7b47f530c" providerId="ADAL" clId="{AFBD190C-8148-45B7-8D6E-3CAD4CAE121A}" dt="2023-12-15T04:27:47.639" v="52" actId="1076"/>
          <ac:spMkLst>
            <pc:docMk/>
            <pc:sldMk cId="639013885" sldId="256"/>
            <ac:spMk id="3" creationId="{A41AA367-C4BF-444C-0FDC-24FFA1B7C6CC}"/>
          </ac:spMkLst>
        </pc:spChg>
      </pc:sldChg>
      <pc:sldChg chg="addSp delSp modSp mod">
        <pc:chgData name="김 동남" userId="e1c38d99-2d63-4cf1-b0fa-2dc7b47f530c" providerId="ADAL" clId="{AFBD190C-8148-45B7-8D6E-3CAD4CAE121A}" dt="2023-12-15T04:25:01.860" v="45"/>
        <pc:sldMkLst>
          <pc:docMk/>
          <pc:sldMk cId="1658854953" sldId="263"/>
        </pc:sldMkLst>
        <pc:graphicFrameChg chg="add del mod">
          <ac:chgData name="김 동남" userId="e1c38d99-2d63-4cf1-b0fa-2dc7b47f530c" providerId="ADAL" clId="{AFBD190C-8148-45B7-8D6E-3CAD4CAE121A}" dt="2023-12-07T00:26:31.663" v="29" actId="478"/>
          <ac:graphicFrameMkLst>
            <pc:docMk/>
            <pc:sldMk cId="1658854953" sldId="263"/>
            <ac:graphicFrameMk id="2" creationId="{57427397-7CDA-B600-3B76-BBD06618E261}"/>
          </ac:graphicFrameMkLst>
        </pc:graphicFrameChg>
        <pc:graphicFrameChg chg="mod modGraphic">
          <ac:chgData name="김 동남" userId="e1c38d99-2d63-4cf1-b0fa-2dc7b47f530c" providerId="ADAL" clId="{AFBD190C-8148-45B7-8D6E-3CAD4CAE121A}" dt="2023-12-15T04:24:59.513" v="44"/>
          <ac:graphicFrameMkLst>
            <pc:docMk/>
            <pc:sldMk cId="1658854953" sldId="263"/>
            <ac:graphicFrameMk id="4" creationId="{9E5CA043-3DF7-FFAD-DD25-DACC62DF78B2}"/>
          </ac:graphicFrameMkLst>
        </pc:graphicFrameChg>
        <pc:graphicFrameChg chg="mod">
          <ac:chgData name="김 동남" userId="e1c38d99-2d63-4cf1-b0fa-2dc7b47f530c" providerId="ADAL" clId="{AFBD190C-8148-45B7-8D6E-3CAD4CAE121A}" dt="2023-12-15T04:25:01.860" v="45"/>
          <ac:graphicFrameMkLst>
            <pc:docMk/>
            <pc:sldMk cId="1658854953" sldId="263"/>
            <ac:graphicFrameMk id="5" creationId="{D7C300E0-FE5C-EB3E-A834-A2EE3B12C56A}"/>
          </ac:graphicFrameMkLst>
        </pc:graphicFrameChg>
        <pc:picChg chg="add mod">
          <ac:chgData name="김 동남" userId="e1c38d99-2d63-4cf1-b0fa-2dc7b47f530c" providerId="ADAL" clId="{AFBD190C-8148-45B7-8D6E-3CAD4CAE121A}" dt="2023-12-07T00:26:56.950" v="32" actId="1076"/>
          <ac:picMkLst>
            <pc:docMk/>
            <pc:sldMk cId="1658854953" sldId="263"/>
            <ac:picMk id="17" creationId="{89331F40-8632-EF0E-40E4-DFE55365DB3F}"/>
          </ac:picMkLst>
        </pc:picChg>
        <pc:picChg chg="del">
          <ac:chgData name="김 동남" userId="e1c38d99-2d63-4cf1-b0fa-2dc7b47f530c" providerId="ADAL" clId="{AFBD190C-8148-45B7-8D6E-3CAD4CAE121A}" dt="2023-12-07T00:26:07.041" v="24" actId="478"/>
          <ac:picMkLst>
            <pc:docMk/>
            <pc:sldMk cId="1658854953" sldId="263"/>
            <ac:picMk id="18" creationId="{5A4F1910-71FC-3907-4D83-EF579CA7F4F2}"/>
          </ac:picMkLst>
        </pc:picChg>
      </pc:sldChg>
      <pc:sldChg chg="modSp mod">
        <pc:chgData name="김 동남" userId="e1c38d99-2d63-4cf1-b0fa-2dc7b47f530c" providerId="ADAL" clId="{AFBD190C-8148-45B7-8D6E-3CAD4CAE121A}" dt="2023-12-07T00:22:49.881" v="13"/>
        <pc:sldMkLst>
          <pc:docMk/>
          <pc:sldMk cId="4065031434" sldId="264"/>
        </pc:sldMkLst>
        <pc:spChg chg="mod">
          <ac:chgData name="김 동남" userId="e1c38d99-2d63-4cf1-b0fa-2dc7b47f530c" providerId="ADAL" clId="{AFBD190C-8148-45B7-8D6E-3CAD4CAE121A}" dt="2023-12-07T00:22:49.881" v="13"/>
          <ac:spMkLst>
            <pc:docMk/>
            <pc:sldMk cId="4065031434" sldId="264"/>
            <ac:spMk id="19" creationId="{DEF1A3BC-B1F7-19C9-9638-F8AE0FC745AD}"/>
          </ac:spMkLst>
        </pc:spChg>
      </pc:sldChg>
      <pc:sldChg chg="modSp mod">
        <pc:chgData name="김 동남" userId="e1c38d99-2d63-4cf1-b0fa-2dc7b47f530c" providerId="ADAL" clId="{AFBD190C-8148-45B7-8D6E-3CAD4CAE121A}" dt="2023-12-15T07:08:30.640" v="62" actId="20577"/>
        <pc:sldMkLst>
          <pc:docMk/>
          <pc:sldMk cId="983479510" sldId="266"/>
        </pc:sldMkLst>
        <pc:graphicFrameChg chg="modGraphic">
          <ac:chgData name="김 동남" userId="e1c38d99-2d63-4cf1-b0fa-2dc7b47f530c" providerId="ADAL" clId="{AFBD190C-8148-45B7-8D6E-3CAD4CAE121A}" dt="2023-12-15T07:08:30.640" v="62" actId="20577"/>
          <ac:graphicFrameMkLst>
            <pc:docMk/>
            <pc:sldMk cId="983479510" sldId="266"/>
            <ac:graphicFrameMk id="2" creationId="{844702DD-6F84-9657-74C1-B9C55249C218}"/>
          </ac:graphicFrameMkLst>
        </pc:graphicFrameChg>
      </pc:sldChg>
      <pc:sldChg chg="delSp modSp mod">
        <pc:chgData name="김 동남" userId="e1c38d99-2d63-4cf1-b0fa-2dc7b47f530c" providerId="ADAL" clId="{AFBD190C-8148-45B7-8D6E-3CAD4CAE121A}" dt="2024-01-05T05:03:10.795" v="227" actId="207"/>
        <pc:sldMkLst>
          <pc:docMk/>
          <pc:sldMk cId="3103570619" sldId="269"/>
        </pc:sldMkLst>
        <pc:graphicFrameChg chg="mod modGraphic">
          <ac:chgData name="김 동남" userId="e1c38d99-2d63-4cf1-b0fa-2dc7b47f530c" providerId="ADAL" clId="{AFBD190C-8148-45B7-8D6E-3CAD4CAE121A}" dt="2024-01-05T05:03:10.795" v="227" actId="207"/>
          <ac:graphicFrameMkLst>
            <pc:docMk/>
            <pc:sldMk cId="3103570619" sldId="269"/>
            <ac:graphicFrameMk id="2" creationId="{844702DD-6F84-9657-74C1-B9C55249C218}"/>
          </ac:graphicFrameMkLst>
        </pc:graphicFrameChg>
        <pc:cxnChg chg="del">
          <ac:chgData name="김 동남" userId="e1c38d99-2d63-4cf1-b0fa-2dc7b47f530c" providerId="ADAL" clId="{AFBD190C-8148-45B7-8D6E-3CAD4CAE121A}" dt="2023-12-22T06:41:30.338" v="187" actId="478"/>
          <ac:cxnSpMkLst>
            <pc:docMk/>
            <pc:sldMk cId="3103570619" sldId="269"/>
            <ac:cxnSpMk id="6" creationId="{6148BAD7-329E-B426-CF43-6DEDFE92B71A}"/>
          </ac:cxnSpMkLst>
        </pc:cxnChg>
      </pc:sldChg>
      <pc:sldChg chg="modSp mod">
        <pc:chgData name="김 동남" userId="e1c38d99-2d63-4cf1-b0fa-2dc7b47f530c" providerId="ADAL" clId="{AFBD190C-8148-45B7-8D6E-3CAD4CAE121A}" dt="2023-12-15T04:27:21.062" v="48" actId="207"/>
        <pc:sldMkLst>
          <pc:docMk/>
          <pc:sldMk cId="210253323" sldId="270"/>
        </pc:sldMkLst>
        <pc:graphicFrameChg chg="modGraphic">
          <ac:chgData name="김 동남" userId="e1c38d99-2d63-4cf1-b0fa-2dc7b47f530c" providerId="ADAL" clId="{AFBD190C-8148-45B7-8D6E-3CAD4CAE121A}" dt="2023-12-15T04:27:21.062" v="48" actId="207"/>
          <ac:graphicFrameMkLst>
            <pc:docMk/>
            <pc:sldMk cId="210253323" sldId="270"/>
            <ac:graphicFrameMk id="6" creationId="{F304B7BA-0D45-7A0A-A2A3-7A69C3E0C6ED}"/>
          </ac:graphicFrameMkLst>
        </pc:graphicFrameChg>
      </pc:sldChg>
      <pc:sldChg chg="del">
        <pc:chgData name="김 동남" userId="e1c38d99-2d63-4cf1-b0fa-2dc7b47f530c" providerId="ADAL" clId="{AFBD190C-8148-45B7-8D6E-3CAD4CAE121A}" dt="2023-12-06T09:44:34.170" v="1" actId="47"/>
        <pc:sldMkLst>
          <pc:docMk/>
          <pc:sldMk cId="4267539115" sldId="273"/>
        </pc:sldMkLst>
      </pc:sldChg>
      <pc:sldChg chg="modSp mod">
        <pc:chgData name="김 동남" userId="e1c38d99-2d63-4cf1-b0fa-2dc7b47f530c" providerId="ADAL" clId="{AFBD190C-8148-45B7-8D6E-3CAD4CAE121A}" dt="2023-12-07T00:29:08.243" v="35"/>
        <pc:sldMkLst>
          <pc:docMk/>
          <pc:sldMk cId="3521589939" sldId="274"/>
        </pc:sldMkLst>
        <pc:spChg chg="mod">
          <ac:chgData name="김 동남" userId="e1c38d99-2d63-4cf1-b0fa-2dc7b47f530c" providerId="ADAL" clId="{AFBD190C-8148-45B7-8D6E-3CAD4CAE121A}" dt="2023-12-07T00:29:08.243" v="35"/>
          <ac:spMkLst>
            <pc:docMk/>
            <pc:sldMk cId="3521589939" sldId="274"/>
            <ac:spMk id="2" creationId="{C80228D2-6875-D0A7-DDDA-9075443DBE2F}"/>
          </ac:spMkLst>
        </pc:spChg>
        <pc:spChg chg="mod">
          <ac:chgData name="김 동남" userId="e1c38d99-2d63-4cf1-b0fa-2dc7b47f530c" providerId="ADAL" clId="{AFBD190C-8148-45B7-8D6E-3CAD4CAE121A}" dt="2023-12-07T00:23:01.568" v="23"/>
          <ac:spMkLst>
            <pc:docMk/>
            <pc:sldMk cId="3521589939" sldId="274"/>
            <ac:spMk id="3" creationId="{FC78EAFF-4CCA-DF95-6ADD-3F9885D9A584}"/>
          </ac:spMkLst>
        </pc:spChg>
      </pc:sldChg>
      <pc:sldChg chg="modSp add mod">
        <pc:chgData name="김 동남" userId="e1c38d99-2d63-4cf1-b0fa-2dc7b47f530c" providerId="ADAL" clId="{AFBD190C-8148-45B7-8D6E-3CAD4CAE121A}" dt="2023-12-22T06:44:41.852" v="225" actId="115"/>
        <pc:sldMkLst>
          <pc:docMk/>
          <pc:sldMk cId="1813350097" sldId="275"/>
        </pc:sldMkLst>
        <pc:graphicFrameChg chg="modGraphic">
          <ac:chgData name="김 동남" userId="e1c38d99-2d63-4cf1-b0fa-2dc7b47f530c" providerId="ADAL" clId="{AFBD190C-8148-45B7-8D6E-3CAD4CAE121A}" dt="2023-12-22T06:44:41.852" v="225" actId="115"/>
          <ac:graphicFrameMkLst>
            <pc:docMk/>
            <pc:sldMk cId="1813350097" sldId="275"/>
            <ac:graphicFrameMk id="2" creationId="{0EC9DC3E-A50A-877E-E1F1-F98C46E33C3C}"/>
          </ac:graphicFrameMkLst>
        </pc:graphicFrameChg>
      </pc:sldChg>
    </pc:docChg>
  </pc:docChgLst>
  <pc:docChgLst>
    <pc:chgData name="이 상원" userId="08fb6db9-b547-4b1f-9c37-e17d54bb8e3a" providerId="ADAL" clId="{9B272542-FE06-4868-953D-65EE9BCA16D9}"/>
    <pc:docChg chg="undo custSel addSld delSld modSld">
      <pc:chgData name="이 상원" userId="08fb6db9-b547-4b1f-9c37-e17d54bb8e3a" providerId="ADAL" clId="{9B272542-FE06-4868-953D-65EE9BCA16D9}" dt="2024-02-06T05:59:11.539" v="86"/>
      <pc:docMkLst>
        <pc:docMk/>
      </pc:docMkLst>
      <pc:sldChg chg="modSp mod">
        <pc:chgData name="이 상원" userId="08fb6db9-b547-4b1f-9c37-e17d54bb8e3a" providerId="ADAL" clId="{9B272542-FE06-4868-953D-65EE9BCA16D9}" dt="2024-02-01T08:14:07.324" v="83" actId="207"/>
        <pc:sldMkLst>
          <pc:docMk/>
          <pc:sldMk cId="4189238123" sldId="262"/>
        </pc:sldMkLst>
        <pc:graphicFrameChg chg="mod modGraphic">
          <ac:chgData name="이 상원" userId="08fb6db9-b547-4b1f-9c37-e17d54bb8e3a" providerId="ADAL" clId="{9B272542-FE06-4868-953D-65EE9BCA16D9}" dt="2024-02-01T08:14:07.324" v="83" actId="207"/>
          <ac:graphicFrameMkLst>
            <pc:docMk/>
            <pc:sldMk cId="4189238123" sldId="262"/>
            <ac:graphicFrameMk id="2" creationId="{E3130225-AF6B-C4C2-904A-DA655F93FE9A}"/>
          </ac:graphicFrameMkLst>
        </pc:graphicFrameChg>
      </pc:sldChg>
      <pc:sldChg chg="add del">
        <pc:chgData name="이 상원" userId="08fb6db9-b547-4b1f-9c37-e17d54bb8e3a" providerId="ADAL" clId="{9B272542-FE06-4868-953D-65EE9BCA16D9}" dt="2024-02-06T05:42:27.073" v="85" actId="47"/>
        <pc:sldMkLst>
          <pc:docMk/>
          <pc:sldMk cId="3605399567" sldId="265"/>
        </pc:sldMkLst>
      </pc:sldChg>
      <pc:sldChg chg="add">
        <pc:chgData name="이 상원" userId="08fb6db9-b547-4b1f-9c37-e17d54bb8e3a" providerId="ADAL" clId="{9B272542-FE06-4868-953D-65EE9BCA16D9}" dt="2024-02-06T05:59:11.539" v="86"/>
        <pc:sldMkLst>
          <pc:docMk/>
          <pc:sldMk cId="4007529087" sldId="265"/>
        </pc:sldMkLst>
      </pc:sldChg>
    </pc:docChg>
  </pc:docChgLst>
  <pc:docChgLst>
    <pc:chgData name="김 동남" userId="e1c38d99-2d63-4cf1-b0fa-2dc7b47f530c" providerId="ADAL" clId="{63755E10-9C23-4EC8-A131-A0E77D5A9E15}"/>
    <pc:docChg chg="undo custSel addSld delSld modSld sldOrd modMainMaster modNotesMaster">
      <pc:chgData name="김 동남" userId="e1c38d99-2d63-4cf1-b0fa-2dc7b47f530c" providerId="ADAL" clId="{63755E10-9C23-4EC8-A131-A0E77D5A9E15}" dt="2023-12-06T09:02:03.141" v="17483" actId="255"/>
      <pc:docMkLst>
        <pc:docMk/>
      </pc:docMkLst>
      <pc:sldChg chg="addSp delSp modSp mod modTransition">
        <pc:chgData name="김 동남" userId="e1c38d99-2d63-4cf1-b0fa-2dc7b47f530c" providerId="ADAL" clId="{63755E10-9C23-4EC8-A131-A0E77D5A9E15}" dt="2023-12-06T09:02:03.141" v="17483" actId="255"/>
        <pc:sldMkLst>
          <pc:docMk/>
          <pc:sldMk cId="639013885" sldId="256"/>
        </pc:sldMkLst>
        <pc:spChg chg="add mod">
          <ac:chgData name="김 동남" userId="e1c38d99-2d63-4cf1-b0fa-2dc7b47f530c" providerId="ADAL" clId="{63755E10-9C23-4EC8-A131-A0E77D5A9E15}" dt="2023-12-06T09:01:56.917" v="17482" actId="1036"/>
          <ac:spMkLst>
            <pc:docMk/>
            <pc:sldMk cId="639013885" sldId="256"/>
            <ac:spMk id="2" creationId="{A6564CC6-F2D1-96BE-6963-91410EA54CDE}"/>
          </ac:spMkLst>
        </pc:spChg>
        <pc:spChg chg="add mod">
          <ac:chgData name="김 동남" userId="e1c38d99-2d63-4cf1-b0fa-2dc7b47f530c" providerId="ADAL" clId="{63755E10-9C23-4EC8-A131-A0E77D5A9E15}" dt="2023-12-06T09:02:03.141" v="17483" actId="255"/>
          <ac:spMkLst>
            <pc:docMk/>
            <pc:sldMk cId="639013885" sldId="256"/>
            <ac:spMk id="3" creationId="{A41AA367-C4BF-444C-0FDC-24FFA1B7C6CC}"/>
          </ac:spMkLst>
        </pc:spChg>
        <pc:spChg chg="del">
          <ac:chgData name="김 동남" userId="e1c38d99-2d63-4cf1-b0fa-2dc7b47f530c" providerId="ADAL" clId="{63755E10-9C23-4EC8-A131-A0E77D5A9E15}" dt="2023-11-22T08:04:23.618" v="3" actId="478"/>
          <ac:spMkLst>
            <pc:docMk/>
            <pc:sldMk cId="639013885" sldId="256"/>
            <ac:spMk id="11" creationId="{08E313CA-48E2-08E7-4EDF-4A2F272D9A98}"/>
          </ac:spMkLst>
        </pc:spChg>
        <pc:spChg chg="mod">
          <ac:chgData name="김 동남" userId="e1c38d99-2d63-4cf1-b0fa-2dc7b47f530c" providerId="ADAL" clId="{63755E10-9C23-4EC8-A131-A0E77D5A9E15}" dt="2023-12-06T09:01:56.917" v="17482" actId="1036"/>
          <ac:spMkLst>
            <pc:docMk/>
            <pc:sldMk cId="639013885" sldId="256"/>
            <ac:spMk id="19" creationId="{DEF1A3BC-B1F7-19C9-9638-F8AE0FC745AD}"/>
          </ac:spMkLst>
        </pc:spChg>
        <pc:spChg chg="del">
          <ac:chgData name="김 동남" userId="e1c38d99-2d63-4cf1-b0fa-2dc7b47f530c" providerId="ADAL" clId="{63755E10-9C23-4EC8-A131-A0E77D5A9E15}" dt="2023-11-22T08:04:23.618" v="3" actId="478"/>
          <ac:spMkLst>
            <pc:docMk/>
            <pc:sldMk cId="639013885" sldId="256"/>
            <ac:spMk id="22" creationId="{8AD99259-F18F-2A16-C278-8780D90008CF}"/>
          </ac:spMkLst>
        </pc:spChg>
        <pc:spChg chg="del">
          <ac:chgData name="김 동남" userId="e1c38d99-2d63-4cf1-b0fa-2dc7b47f530c" providerId="ADAL" clId="{63755E10-9C23-4EC8-A131-A0E77D5A9E15}" dt="2023-11-22T08:04:23.618" v="3" actId="478"/>
          <ac:spMkLst>
            <pc:docMk/>
            <pc:sldMk cId="639013885" sldId="256"/>
            <ac:spMk id="27" creationId="{1D333074-114A-0131-08EB-36FA050BEF9F}"/>
          </ac:spMkLst>
        </pc:spChg>
        <pc:spChg chg="del">
          <ac:chgData name="김 동남" userId="e1c38d99-2d63-4cf1-b0fa-2dc7b47f530c" providerId="ADAL" clId="{63755E10-9C23-4EC8-A131-A0E77D5A9E15}" dt="2023-11-22T08:04:23.618" v="3" actId="478"/>
          <ac:spMkLst>
            <pc:docMk/>
            <pc:sldMk cId="639013885" sldId="256"/>
            <ac:spMk id="31" creationId="{9A1AA767-A091-714F-EE39-6D333BA00C22}"/>
          </ac:spMkLst>
        </pc:spChg>
        <pc:picChg chg="del mod">
          <ac:chgData name="김 동남" userId="e1c38d99-2d63-4cf1-b0fa-2dc7b47f530c" providerId="ADAL" clId="{63755E10-9C23-4EC8-A131-A0E77D5A9E15}" dt="2023-11-22T08:04:21.301" v="2" actId="478"/>
          <ac:picMkLst>
            <pc:docMk/>
            <pc:sldMk cId="639013885" sldId="256"/>
            <ac:picMk id="10" creationId="{E8650B6D-7A43-3A44-4E20-8BB4318F4AC4}"/>
          </ac:picMkLst>
        </pc:picChg>
        <pc:picChg chg="del">
          <ac:chgData name="김 동남" userId="e1c38d99-2d63-4cf1-b0fa-2dc7b47f530c" providerId="ADAL" clId="{63755E10-9C23-4EC8-A131-A0E77D5A9E15}" dt="2023-11-22T08:04:23.618" v="3" actId="478"/>
          <ac:picMkLst>
            <pc:docMk/>
            <pc:sldMk cId="639013885" sldId="256"/>
            <ac:picMk id="21" creationId="{9709A0A8-C7D8-64BD-CF19-BA0E20EF4F89}"/>
          </ac:picMkLst>
        </pc:picChg>
        <pc:picChg chg="del">
          <ac:chgData name="김 동남" userId="e1c38d99-2d63-4cf1-b0fa-2dc7b47f530c" providerId="ADAL" clId="{63755E10-9C23-4EC8-A131-A0E77D5A9E15}" dt="2023-11-22T08:04:23.618" v="3" actId="478"/>
          <ac:picMkLst>
            <pc:docMk/>
            <pc:sldMk cId="639013885" sldId="256"/>
            <ac:picMk id="26" creationId="{27965D57-CFFB-AA52-3F2F-72F6FE115002}"/>
          </ac:picMkLst>
        </pc:picChg>
        <pc:cxnChg chg="del">
          <ac:chgData name="김 동남" userId="e1c38d99-2d63-4cf1-b0fa-2dc7b47f530c" providerId="ADAL" clId="{63755E10-9C23-4EC8-A131-A0E77D5A9E15}" dt="2023-11-22T08:04:23.618" v="3" actId="478"/>
          <ac:cxnSpMkLst>
            <pc:docMk/>
            <pc:sldMk cId="639013885" sldId="256"/>
            <ac:cxnSpMk id="15" creationId="{282A5A79-DE12-2C75-8A58-25ED15F62CB7}"/>
          </ac:cxnSpMkLst>
        </pc:cxnChg>
        <pc:cxnChg chg="del">
          <ac:chgData name="김 동남" userId="e1c38d99-2d63-4cf1-b0fa-2dc7b47f530c" providerId="ADAL" clId="{63755E10-9C23-4EC8-A131-A0E77D5A9E15}" dt="2023-11-22T08:04:23.618" v="3" actId="478"/>
          <ac:cxnSpMkLst>
            <pc:docMk/>
            <pc:sldMk cId="639013885" sldId="256"/>
            <ac:cxnSpMk id="16" creationId="{7C91C2D0-F965-5081-A3BD-0E2DDBAB8D2D}"/>
          </ac:cxnSpMkLst>
        </pc:cxnChg>
        <pc:cxnChg chg="del">
          <ac:chgData name="김 동남" userId="e1c38d99-2d63-4cf1-b0fa-2dc7b47f530c" providerId="ADAL" clId="{63755E10-9C23-4EC8-A131-A0E77D5A9E15}" dt="2023-11-22T08:04:23.618" v="3" actId="478"/>
          <ac:cxnSpMkLst>
            <pc:docMk/>
            <pc:sldMk cId="639013885" sldId="256"/>
            <ac:cxnSpMk id="23" creationId="{153DBEC1-3DE4-3763-C5E2-A53C49A3A418}"/>
          </ac:cxnSpMkLst>
        </pc:cxnChg>
        <pc:cxnChg chg="del">
          <ac:chgData name="김 동남" userId="e1c38d99-2d63-4cf1-b0fa-2dc7b47f530c" providerId="ADAL" clId="{63755E10-9C23-4EC8-A131-A0E77D5A9E15}" dt="2023-11-22T08:04:23.618" v="3" actId="478"/>
          <ac:cxnSpMkLst>
            <pc:docMk/>
            <pc:sldMk cId="639013885" sldId="256"/>
            <ac:cxnSpMk id="24" creationId="{E82AB60B-EF7D-2765-760F-A2D6527D56B2}"/>
          </ac:cxnSpMkLst>
        </pc:cxnChg>
        <pc:cxnChg chg="del">
          <ac:chgData name="김 동남" userId="e1c38d99-2d63-4cf1-b0fa-2dc7b47f530c" providerId="ADAL" clId="{63755E10-9C23-4EC8-A131-A0E77D5A9E15}" dt="2023-11-22T08:04:23.618" v="3" actId="478"/>
          <ac:cxnSpMkLst>
            <pc:docMk/>
            <pc:sldMk cId="639013885" sldId="256"/>
            <ac:cxnSpMk id="28" creationId="{C8F2A2D2-9752-BC38-3E70-17CEDE45FAFB}"/>
          </ac:cxnSpMkLst>
        </pc:cxnChg>
        <pc:cxnChg chg="del">
          <ac:chgData name="김 동남" userId="e1c38d99-2d63-4cf1-b0fa-2dc7b47f530c" providerId="ADAL" clId="{63755E10-9C23-4EC8-A131-A0E77D5A9E15}" dt="2023-11-22T08:04:23.618" v="3" actId="478"/>
          <ac:cxnSpMkLst>
            <pc:docMk/>
            <pc:sldMk cId="639013885" sldId="256"/>
            <ac:cxnSpMk id="29" creationId="{0B4722AF-A49D-B5BC-F2A1-68F33FF8ECF7}"/>
          </ac:cxnSpMkLst>
        </pc:cxnChg>
        <pc:cxnChg chg="del">
          <ac:chgData name="김 동남" userId="e1c38d99-2d63-4cf1-b0fa-2dc7b47f530c" providerId="ADAL" clId="{63755E10-9C23-4EC8-A131-A0E77D5A9E15}" dt="2023-11-22T08:04:23.618" v="3" actId="478"/>
          <ac:cxnSpMkLst>
            <pc:docMk/>
            <pc:sldMk cId="639013885" sldId="256"/>
            <ac:cxnSpMk id="34" creationId="{74E08179-6B26-512A-43FE-7EE69EF89878}"/>
          </ac:cxnSpMkLst>
        </pc:cxnChg>
        <pc:cxnChg chg="del">
          <ac:chgData name="김 동남" userId="e1c38d99-2d63-4cf1-b0fa-2dc7b47f530c" providerId="ADAL" clId="{63755E10-9C23-4EC8-A131-A0E77D5A9E15}" dt="2023-11-22T08:04:23.618" v="3" actId="478"/>
          <ac:cxnSpMkLst>
            <pc:docMk/>
            <pc:sldMk cId="639013885" sldId="256"/>
            <ac:cxnSpMk id="35" creationId="{381B3C1C-2DAF-4329-8779-2EFEA86F871A}"/>
          </ac:cxnSpMkLst>
        </pc:cxnChg>
      </pc:sldChg>
      <pc:sldChg chg="del modTransition">
        <pc:chgData name="김 동남" userId="e1c38d99-2d63-4cf1-b0fa-2dc7b47f530c" providerId="ADAL" clId="{63755E10-9C23-4EC8-A131-A0E77D5A9E15}" dt="2023-12-04T07:44:04.669" v="12206" actId="2696"/>
        <pc:sldMkLst>
          <pc:docMk/>
          <pc:sldMk cId="973338116" sldId="257"/>
        </pc:sldMkLst>
      </pc:sldChg>
      <pc:sldChg chg="del modTransition">
        <pc:chgData name="김 동남" userId="e1c38d99-2d63-4cf1-b0fa-2dc7b47f530c" providerId="ADAL" clId="{63755E10-9C23-4EC8-A131-A0E77D5A9E15}" dt="2023-12-04T07:44:04.669" v="12206" actId="2696"/>
        <pc:sldMkLst>
          <pc:docMk/>
          <pc:sldMk cId="1286359785" sldId="258"/>
        </pc:sldMkLst>
      </pc:sldChg>
      <pc:sldChg chg="del modTransition">
        <pc:chgData name="김 동남" userId="e1c38d99-2d63-4cf1-b0fa-2dc7b47f530c" providerId="ADAL" clId="{63755E10-9C23-4EC8-A131-A0E77D5A9E15}" dt="2023-12-04T07:44:04.669" v="12206" actId="2696"/>
        <pc:sldMkLst>
          <pc:docMk/>
          <pc:sldMk cId="117975839" sldId="259"/>
        </pc:sldMkLst>
      </pc:sldChg>
      <pc:sldChg chg="add del modTransition">
        <pc:chgData name="김 동남" userId="e1c38d99-2d63-4cf1-b0fa-2dc7b47f530c" providerId="ADAL" clId="{63755E10-9C23-4EC8-A131-A0E77D5A9E15}" dt="2023-12-04T07:44:04.669" v="12206" actId="2696"/>
        <pc:sldMkLst>
          <pc:docMk/>
          <pc:sldMk cId="63713594" sldId="260"/>
        </pc:sldMkLst>
      </pc:sldChg>
      <pc:sldChg chg="addSp delSp modSp add mod">
        <pc:chgData name="김 동남" userId="e1c38d99-2d63-4cf1-b0fa-2dc7b47f530c" providerId="ADAL" clId="{63755E10-9C23-4EC8-A131-A0E77D5A9E15}" dt="2023-12-05T08:20:42.268" v="13876" actId="20577"/>
        <pc:sldMkLst>
          <pc:docMk/>
          <pc:sldMk cId="954806989" sldId="261"/>
        </pc:sldMkLst>
        <pc:spChg chg="add mod">
          <ac:chgData name="김 동남" userId="e1c38d99-2d63-4cf1-b0fa-2dc7b47f530c" providerId="ADAL" clId="{63755E10-9C23-4EC8-A131-A0E77D5A9E15}" dt="2023-11-23T03:41:45.402" v="977" actId="1076"/>
          <ac:spMkLst>
            <pc:docMk/>
            <pc:sldMk cId="954806989" sldId="261"/>
            <ac:spMk id="3" creationId="{584F1C91-61CF-61AC-635B-76F1D73F2EB5}"/>
          </ac:spMkLst>
        </pc:spChg>
        <pc:spChg chg="add mod">
          <ac:chgData name="김 동남" userId="e1c38d99-2d63-4cf1-b0fa-2dc7b47f530c" providerId="ADAL" clId="{63755E10-9C23-4EC8-A131-A0E77D5A9E15}" dt="2023-11-23T03:41:38.414" v="976" actId="1076"/>
          <ac:spMkLst>
            <pc:docMk/>
            <pc:sldMk cId="954806989" sldId="261"/>
            <ac:spMk id="4" creationId="{04537C52-2E09-6B82-076A-BCBAF21372AD}"/>
          </ac:spMkLst>
        </pc:spChg>
        <pc:spChg chg="del">
          <ac:chgData name="김 동남" userId="e1c38d99-2d63-4cf1-b0fa-2dc7b47f530c" providerId="ADAL" clId="{63755E10-9C23-4EC8-A131-A0E77D5A9E15}" dt="2023-11-23T01:15:29.144" v="130" actId="478"/>
          <ac:spMkLst>
            <pc:docMk/>
            <pc:sldMk cId="954806989" sldId="261"/>
            <ac:spMk id="11" creationId="{08E313CA-48E2-08E7-4EDF-4A2F272D9A98}"/>
          </ac:spMkLst>
        </pc:spChg>
        <pc:spChg chg="mod">
          <ac:chgData name="김 동남" userId="e1c38d99-2d63-4cf1-b0fa-2dc7b47f530c" providerId="ADAL" clId="{63755E10-9C23-4EC8-A131-A0E77D5A9E15}" dt="2023-12-04T07:44:49.887" v="12207" actId="255"/>
          <ac:spMkLst>
            <pc:docMk/>
            <pc:sldMk cId="954806989" sldId="261"/>
            <ac:spMk id="19" creationId="{DEF1A3BC-B1F7-19C9-9638-F8AE0FC745AD}"/>
          </ac:spMkLst>
        </pc:spChg>
        <pc:spChg chg="del">
          <ac:chgData name="김 동남" userId="e1c38d99-2d63-4cf1-b0fa-2dc7b47f530c" providerId="ADAL" clId="{63755E10-9C23-4EC8-A131-A0E77D5A9E15}" dt="2023-11-23T01:15:29.144" v="130" actId="478"/>
          <ac:spMkLst>
            <pc:docMk/>
            <pc:sldMk cId="954806989" sldId="261"/>
            <ac:spMk id="22" creationId="{8AD99259-F18F-2A16-C278-8780D90008CF}"/>
          </ac:spMkLst>
        </pc:spChg>
        <pc:spChg chg="del">
          <ac:chgData name="김 동남" userId="e1c38d99-2d63-4cf1-b0fa-2dc7b47f530c" providerId="ADAL" clId="{63755E10-9C23-4EC8-A131-A0E77D5A9E15}" dt="2023-11-23T01:15:29.144" v="130" actId="478"/>
          <ac:spMkLst>
            <pc:docMk/>
            <pc:sldMk cId="954806989" sldId="261"/>
            <ac:spMk id="27" creationId="{1D333074-114A-0131-08EB-36FA050BEF9F}"/>
          </ac:spMkLst>
        </pc:spChg>
        <pc:spChg chg="del">
          <ac:chgData name="김 동남" userId="e1c38d99-2d63-4cf1-b0fa-2dc7b47f530c" providerId="ADAL" clId="{63755E10-9C23-4EC8-A131-A0E77D5A9E15}" dt="2023-11-23T01:15:29.144" v="130" actId="478"/>
          <ac:spMkLst>
            <pc:docMk/>
            <pc:sldMk cId="954806989" sldId="261"/>
            <ac:spMk id="31" creationId="{9A1AA767-A091-714F-EE39-6D333BA00C22}"/>
          </ac:spMkLst>
        </pc:spChg>
        <pc:graphicFrameChg chg="add mod modGraphic">
          <ac:chgData name="김 동남" userId="e1c38d99-2d63-4cf1-b0fa-2dc7b47f530c" providerId="ADAL" clId="{63755E10-9C23-4EC8-A131-A0E77D5A9E15}" dt="2023-12-05T08:20:42.268" v="13876" actId="20577"/>
          <ac:graphicFrameMkLst>
            <pc:docMk/>
            <pc:sldMk cId="954806989" sldId="261"/>
            <ac:graphicFrameMk id="2" creationId="{E3130225-AF6B-C4C2-904A-DA655F93FE9A}"/>
          </ac:graphicFrameMkLst>
        </pc:graphicFrameChg>
        <pc:picChg chg="del">
          <ac:chgData name="김 동남" userId="e1c38d99-2d63-4cf1-b0fa-2dc7b47f530c" providerId="ADAL" clId="{63755E10-9C23-4EC8-A131-A0E77D5A9E15}" dt="2023-11-23T01:15:32.340" v="131" actId="478"/>
          <ac:picMkLst>
            <pc:docMk/>
            <pc:sldMk cId="954806989" sldId="261"/>
            <ac:picMk id="10" creationId="{E8650B6D-7A43-3A44-4E20-8BB4318F4AC4}"/>
          </ac:picMkLst>
        </pc:picChg>
        <pc:picChg chg="del">
          <ac:chgData name="김 동남" userId="e1c38d99-2d63-4cf1-b0fa-2dc7b47f530c" providerId="ADAL" clId="{63755E10-9C23-4EC8-A131-A0E77D5A9E15}" dt="2023-11-23T01:15:36.818" v="132" actId="478"/>
          <ac:picMkLst>
            <pc:docMk/>
            <pc:sldMk cId="954806989" sldId="261"/>
            <ac:picMk id="21" creationId="{9709A0A8-C7D8-64BD-CF19-BA0E20EF4F89}"/>
          </ac:picMkLst>
        </pc:picChg>
        <pc:picChg chg="del">
          <ac:chgData name="김 동남" userId="e1c38d99-2d63-4cf1-b0fa-2dc7b47f530c" providerId="ADAL" clId="{63755E10-9C23-4EC8-A131-A0E77D5A9E15}" dt="2023-11-23T01:15:36.818" v="132" actId="478"/>
          <ac:picMkLst>
            <pc:docMk/>
            <pc:sldMk cId="954806989" sldId="261"/>
            <ac:picMk id="26" creationId="{27965D57-CFFB-AA52-3F2F-72F6FE115002}"/>
          </ac:picMkLst>
        </pc:picChg>
        <pc:cxnChg chg="del">
          <ac:chgData name="김 동남" userId="e1c38d99-2d63-4cf1-b0fa-2dc7b47f530c" providerId="ADAL" clId="{63755E10-9C23-4EC8-A131-A0E77D5A9E15}" dt="2023-11-23T01:15:29.144" v="130" actId="478"/>
          <ac:cxnSpMkLst>
            <pc:docMk/>
            <pc:sldMk cId="954806989" sldId="261"/>
            <ac:cxnSpMk id="15" creationId="{282A5A79-DE12-2C75-8A58-25ED15F62CB7}"/>
          </ac:cxnSpMkLst>
        </pc:cxnChg>
        <pc:cxnChg chg="del">
          <ac:chgData name="김 동남" userId="e1c38d99-2d63-4cf1-b0fa-2dc7b47f530c" providerId="ADAL" clId="{63755E10-9C23-4EC8-A131-A0E77D5A9E15}" dt="2023-11-23T01:15:36.818" v="132" actId="478"/>
          <ac:cxnSpMkLst>
            <pc:docMk/>
            <pc:sldMk cId="954806989" sldId="261"/>
            <ac:cxnSpMk id="16" creationId="{7C91C2D0-F965-5081-A3BD-0E2DDBAB8D2D}"/>
          </ac:cxnSpMkLst>
        </pc:cxnChg>
        <pc:cxnChg chg="del">
          <ac:chgData name="김 동남" userId="e1c38d99-2d63-4cf1-b0fa-2dc7b47f530c" providerId="ADAL" clId="{63755E10-9C23-4EC8-A131-A0E77D5A9E15}" dt="2023-11-23T01:15:29.144" v="130" actId="478"/>
          <ac:cxnSpMkLst>
            <pc:docMk/>
            <pc:sldMk cId="954806989" sldId="261"/>
            <ac:cxnSpMk id="23" creationId="{153DBEC1-3DE4-3763-C5E2-A53C49A3A418}"/>
          </ac:cxnSpMkLst>
        </pc:cxnChg>
        <pc:cxnChg chg="del">
          <ac:chgData name="김 동남" userId="e1c38d99-2d63-4cf1-b0fa-2dc7b47f530c" providerId="ADAL" clId="{63755E10-9C23-4EC8-A131-A0E77D5A9E15}" dt="2023-11-23T01:15:36.818" v="132" actId="478"/>
          <ac:cxnSpMkLst>
            <pc:docMk/>
            <pc:sldMk cId="954806989" sldId="261"/>
            <ac:cxnSpMk id="24" creationId="{E82AB60B-EF7D-2765-760F-A2D6527D56B2}"/>
          </ac:cxnSpMkLst>
        </pc:cxnChg>
        <pc:cxnChg chg="del">
          <ac:chgData name="김 동남" userId="e1c38d99-2d63-4cf1-b0fa-2dc7b47f530c" providerId="ADAL" clId="{63755E10-9C23-4EC8-A131-A0E77D5A9E15}" dt="2023-11-23T01:15:29.144" v="130" actId="478"/>
          <ac:cxnSpMkLst>
            <pc:docMk/>
            <pc:sldMk cId="954806989" sldId="261"/>
            <ac:cxnSpMk id="28" creationId="{C8F2A2D2-9752-BC38-3E70-17CEDE45FAFB}"/>
          </ac:cxnSpMkLst>
        </pc:cxnChg>
        <pc:cxnChg chg="del">
          <ac:chgData name="김 동남" userId="e1c38d99-2d63-4cf1-b0fa-2dc7b47f530c" providerId="ADAL" clId="{63755E10-9C23-4EC8-A131-A0E77D5A9E15}" dt="2023-11-23T01:15:36.818" v="132" actId="478"/>
          <ac:cxnSpMkLst>
            <pc:docMk/>
            <pc:sldMk cId="954806989" sldId="261"/>
            <ac:cxnSpMk id="29" creationId="{0B4722AF-A49D-B5BC-F2A1-68F33FF8ECF7}"/>
          </ac:cxnSpMkLst>
        </pc:cxnChg>
        <pc:cxnChg chg="del">
          <ac:chgData name="김 동남" userId="e1c38d99-2d63-4cf1-b0fa-2dc7b47f530c" providerId="ADAL" clId="{63755E10-9C23-4EC8-A131-A0E77D5A9E15}" dt="2023-11-23T01:15:29.144" v="130" actId="478"/>
          <ac:cxnSpMkLst>
            <pc:docMk/>
            <pc:sldMk cId="954806989" sldId="261"/>
            <ac:cxnSpMk id="34" creationId="{74E08179-6B26-512A-43FE-7EE69EF89878}"/>
          </ac:cxnSpMkLst>
        </pc:cxnChg>
        <pc:cxnChg chg="del">
          <ac:chgData name="김 동남" userId="e1c38d99-2d63-4cf1-b0fa-2dc7b47f530c" providerId="ADAL" clId="{63755E10-9C23-4EC8-A131-A0E77D5A9E15}" dt="2023-11-23T01:15:36.818" v="132" actId="478"/>
          <ac:cxnSpMkLst>
            <pc:docMk/>
            <pc:sldMk cId="954806989" sldId="261"/>
            <ac:cxnSpMk id="35" creationId="{381B3C1C-2DAF-4329-8779-2EFEA86F871A}"/>
          </ac:cxnSpMkLst>
        </pc:cxnChg>
      </pc:sldChg>
      <pc:sldChg chg="delSp modSp add mod">
        <pc:chgData name="김 동남" userId="e1c38d99-2d63-4cf1-b0fa-2dc7b47f530c" providerId="ADAL" clId="{63755E10-9C23-4EC8-A131-A0E77D5A9E15}" dt="2023-11-23T04:07:11.516" v="1479"/>
        <pc:sldMkLst>
          <pc:docMk/>
          <pc:sldMk cId="3485030052" sldId="262"/>
        </pc:sldMkLst>
        <pc:spChg chg="mod">
          <ac:chgData name="김 동남" userId="e1c38d99-2d63-4cf1-b0fa-2dc7b47f530c" providerId="ADAL" clId="{63755E10-9C23-4EC8-A131-A0E77D5A9E15}" dt="2023-11-23T03:44:27.913" v="1006" actId="20577"/>
          <ac:spMkLst>
            <pc:docMk/>
            <pc:sldMk cId="3485030052" sldId="262"/>
            <ac:spMk id="3" creationId="{584F1C91-61CF-61AC-635B-76F1D73F2EB5}"/>
          </ac:spMkLst>
        </pc:spChg>
        <pc:spChg chg="del">
          <ac:chgData name="김 동남" userId="e1c38d99-2d63-4cf1-b0fa-2dc7b47f530c" providerId="ADAL" clId="{63755E10-9C23-4EC8-A131-A0E77D5A9E15}" dt="2023-11-23T03:42:21.536" v="979" actId="478"/>
          <ac:spMkLst>
            <pc:docMk/>
            <pc:sldMk cId="3485030052" sldId="262"/>
            <ac:spMk id="4" creationId="{04537C52-2E09-6B82-076A-BCBAF21372AD}"/>
          </ac:spMkLst>
        </pc:spChg>
        <pc:graphicFrameChg chg="mod modGraphic">
          <ac:chgData name="김 동남" userId="e1c38d99-2d63-4cf1-b0fa-2dc7b47f530c" providerId="ADAL" clId="{63755E10-9C23-4EC8-A131-A0E77D5A9E15}" dt="2023-11-23T04:07:11.516" v="1479"/>
          <ac:graphicFrameMkLst>
            <pc:docMk/>
            <pc:sldMk cId="3485030052" sldId="262"/>
            <ac:graphicFrameMk id="2" creationId="{E3130225-AF6B-C4C2-904A-DA655F93FE9A}"/>
          </ac:graphicFrameMkLst>
        </pc:graphicFrameChg>
      </pc:sldChg>
      <pc:sldChg chg="addSp delSp modSp add mod">
        <pc:chgData name="김 동남" userId="e1c38d99-2d63-4cf1-b0fa-2dc7b47f530c" providerId="ADAL" clId="{63755E10-9C23-4EC8-A131-A0E77D5A9E15}" dt="2023-12-06T08:30:40.181" v="16137"/>
        <pc:sldMkLst>
          <pc:docMk/>
          <pc:sldMk cId="1658854953" sldId="263"/>
        </pc:sldMkLst>
        <pc:spChg chg="mod">
          <ac:chgData name="김 동남" userId="e1c38d99-2d63-4cf1-b0fa-2dc7b47f530c" providerId="ADAL" clId="{63755E10-9C23-4EC8-A131-A0E77D5A9E15}" dt="2023-12-05T04:48:46.337" v="13320"/>
          <ac:spMkLst>
            <pc:docMk/>
            <pc:sldMk cId="1658854953" sldId="263"/>
            <ac:spMk id="3" creationId="{584F1C91-61CF-61AC-635B-76F1D73F2EB5}"/>
          </ac:spMkLst>
        </pc:spChg>
        <pc:spChg chg="add mod">
          <ac:chgData name="김 동남" userId="e1c38d99-2d63-4cf1-b0fa-2dc7b47f530c" providerId="ADAL" clId="{63755E10-9C23-4EC8-A131-A0E77D5A9E15}" dt="2023-11-27T06:05:38.122" v="8439" actId="1076"/>
          <ac:spMkLst>
            <pc:docMk/>
            <pc:sldMk cId="1658854953" sldId="263"/>
            <ac:spMk id="9" creationId="{9A3AA0C3-9953-5EE4-7DC4-DB79450DA419}"/>
          </ac:spMkLst>
        </pc:spChg>
        <pc:spChg chg="add mod">
          <ac:chgData name="김 동남" userId="e1c38d99-2d63-4cf1-b0fa-2dc7b47f530c" providerId="ADAL" clId="{63755E10-9C23-4EC8-A131-A0E77D5A9E15}" dt="2023-11-27T06:05:40.045" v="8440" actId="571"/>
          <ac:spMkLst>
            <pc:docMk/>
            <pc:sldMk cId="1658854953" sldId="263"/>
            <ac:spMk id="10" creationId="{269D6996-B1D1-8FDC-CFFA-A4A15B3C733F}"/>
          </ac:spMkLst>
        </pc:spChg>
        <pc:spChg chg="add mod">
          <ac:chgData name="김 동남" userId="e1c38d99-2d63-4cf1-b0fa-2dc7b47f530c" providerId="ADAL" clId="{63755E10-9C23-4EC8-A131-A0E77D5A9E15}" dt="2023-11-27T06:05:51.049" v="8444" actId="1076"/>
          <ac:spMkLst>
            <pc:docMk/>
            <pc:sldMk cId="1658854953" sldId="263"/>
            <ac:spMk id="11" creationId="{B097B4B9-7812-EBE6-B1DD-520406803577}"/>
          </ac:spMkLst>
        </pc:spChg>
        <pc:spChg chg="add mod">
          <ac:chgData name="김 동남" userId="e1c38d99-2d63-4cf1-b0fa-2dc7b47f530c" providerId="ADAL" clId="{63755E10-9C23-4EC8-A131-A0E77D5A9E15}" dt="2023-11-27T06:06:02.591" v="8450" actId="1076"/>
          <ac:spMkLst>
            <pc:docMk/>
            <pc:sldMk cId="1658854953" sldId="263"/>
            <ac:spMk id="12" creationId="{D2C9A817-C8F2-47E6-5C6E-389E4832996E}"/>
          </ac:spMkLst>
        </pc:spChg>
        <pc:spChg chg="add mod">
          <ac:chgData name="김 동남" userId="e1c38d99-2d63-4cf1-b0fa-2dc7b47f530c" providerId="ADAL" clId="{63755E10-9C23-4EC8-A131-A0E77D5A9E15}" dt="2023-11-27T06:06:10.212" v="8453" actId="20577"/>
          <ac:spMkLst>
            <pc:docMk/>
            <pc:sldMk cId="1658854953" sldId="263"/>
            <ac:spMk id="13" creationId="{AAD8DBEF-CFDC-1238-CEE6-443A2EFDBB42}"/>
          </ac:spMkLst>
        </pc:spChg>
        <pc:spChg chg="add mod">
          <ac:chgData name="김 동남" userId="e1c38d99-2d63-4cf1-b0fa-2dc7b47f530c" providerId="ADAL" clId="{63755E10-9C23-4EC8-A131-A0E77D5A9E15}" dt="2023-11-27T06:06:16.651" v="8456" actId="20577"/>
          <ac:spMkLst>
            <pc:docMk/>
            <pc:sldMk cId="1658854953" sldId="263"/>
            <ac:spMk id="14" creationId="{D42349B8-BBCC-968E-554C-8982AC79BC46}"/>
          </ac:spMkLst>
        </pc:spChg>
        <pc:spChg chg="add mod">
          <ac:chgData name="김 동남" userId="e1c38d99-2d63-4cf1-b0fa-2dc7b47f530c" providerId="ADAL" clId="{63755E10-9C23-4EC8-A131-A0E77D5A9E15}" dt="2023-11-27T06:06:43.126" v="8463" actId="1076"/>
          <ac:spMkLst>
            <pc:docMk/>
            <pc:sldMk cId="1658854953" sldId="263"/>
            <ac:spMk id="15" creationId="{2D72BB67-B95F-669D-CF77-BB072BD36A17}"/>
          </ac:spMkLst>
        </pc:spChg>
        <pc:spChg chg="add mod">
          <ac:chgData name="김 동남" userId="e1c38d99-2d63-4cf1-b0fa-2dc7b47f530c" providerId="ADAL" clId="{63755E10-9C23-4EC8-A131-A0E77D5A9E15}" dt="2023-11-27T06:06:48.684" v="8466" actId="20577"/>
          <ac:spMkLst>
            <pc:docMk/>
            <pc:sldMk cId="1658854953" sldId="263"/>
            <ac:spMk id="16" creationId="{FC2A10F5-E58B-D539-96AC-67D2C8F24E6B}"/>
          </ac:spMkLst>
        </pc:spChg>
        <pc:spChg chg="mod">
          <ac:chgData name="김 동남" userId="e1c38d99-2d63-4cf1-b0fa-2dc7b47f530c" providerId="ADAL" clId="{63755E10-9C23-4EC8-A131-A0E77D5A9E15}" dt="2023-11-23T04:38:08.111" v="1531" actId="20577"/>
          <ac:spMkLst>
            <pc:docMk/>
            <pc:sldMk cId="1658854953" sldId="263"/>
            <ac:spMk id="19" creationId="{DEF1A3BC-B1F7-19C9-9638-F8AE0FC745AD}"/>
          </ac:spMkLst>
        </pc:spChg>
        <pc:graphicFrameChg chg="del mod modGraphic">
          <ac:chgData name="김 동남" userId="e1c38d99-2d63-4cf1-b0fa-2dc7b47f530c" providerId="ADAL" clId="{63755E10-9C23-4EC8-A131-A0E77D5A9E15}" dt="2023-11-23T04:44:09.993" v="1608" actId="478"/>
          <ac:graphicFrameMkLst>
            <pc:docMk/>
            <pc:sldMk cId="1658854953" sldId="263"/>
            <ac:graphicFrameMk id="2" creationId="{E3130225-AF6B-C4C2-904A-DA655F93FE9A}"/>
          </ac:graphicFrameMkLst>
        </pc:graphicFrameChg>
        <pc:graphicFrameChg chg="add mod modGraphic">
          <ac:chgData name="김 동남" userId="e1c38d99-2d63-4cf1-b0fa-2dc7b47f530c" providerId="ADAL" clId="{63755E10-9C23-4EC8-A131-A0E77D5A9E15}" dt="2023-12-06T08:30:37.706" v="16136"/>
          <ac:graphicFrameMkLst>
            <pc:docMk/>
            <pc:sldMk cId="1658854953" sldId="263"/>
            <ac:graphicFrameMk id="4" creationId="{9E5CA043-3DF7-FFAD-DD25-DACC62DF78B2}"/>
          </ac:graphicFrameMkLst>
        </pc:graphicFrameChg>
        <pc:graphicFrameChg chg="add mod modGraphic">
          <ac:chgData name="김 동남" userId="e1c38d99-2d63-4cf1-b0fa-2dc7b47f530c" providerId="ADAL" clId="{63755E10-9C23-4EC8-A131-A0E77D5A9E15}" dt="2023-12-06T08:30:40.181" v="16137"/>
          <ac:graphicFrameMkLst>
            <pc:docMk/>
            <pc:sldMk cId="1658854953" sldId="263"/>
            <ac:graphicFrameMk id="5" creationId="{D7C300E0-FE5C-EB3E-A834-A2EE3B12C56A}"/>
          </ac:graphicFrameMkLst>
        </pc:graphicFrameChg>
        <pc:picChg chg="add mod">
          <ac:chgData name="김 동남" userId="e1c38d99-2d63-4cf1-b0fa-2dc7b47f530c" providerId="ADAL" clId="{63755E10-9C23-4EC8-A131-A0E77D5A9E15}" dt="2023-11-27T06:05:07.306" v="8432" actId="1076"/>
          <ac:picMkLst>
            <pc:docMk/>
            <pc:sldMk cId="1658854953" sldId="263"/>
            <ac:picMk id="6" creationId="{71177838-D002-417A-B98B-BAB5FEE6BE94}"/>
          </ac:picMkLst>
        </pc:picChg>
        <pc:picChg chg="add mod">
          <ac:chgData name="김 동남" userId="e1c38d99-2d63-4cf1-b0fa-2dc7b47f530c" providerId="ADAL" clId="{63755E10-9C23-4EC8-A131-A0E77D5A9E15}" dt="2023-11-27T06:04:48.924" v="8430" actId="14100"/>
          <ac:picMkLst>
            <pc:docMk/>
            <pc:sldMk cId="1658854953" sldId="263"/>
            <ac:picMk id="8" creationId="{322633D2-C16A-178E-67A5-48DC35305F3B}"/>
          </ac:picMkLst>
        </pc:picChg>
        <pc:picChg chg="add mod">
          <ac:chgData name="김 동남" userId="e1c38d99-2d63-4cf1-b0fa-2dc7b47f530c" providerId="ADAL" clId="{63755E10-9C23-4EC8-A131-A0E77D5A9E15}" dt="2023-11-27T06:22:22.222" v="8481" actId="1035"/>
          <ac:picMkLst>
            <pc:docMk/>
            <pc:sldMk cId="1658854953" sldId="263"/>
            <ac:picMk id="18" creationId="{5A4F1910-71FC-3907-4D83-EF579CA7F4F2}"/>
          </ac:picMkLst>
        </pc:picChg>
      </pc:sldChg>
      <pc:sldChg chg="addSp modSp add mod">
        <pc:chgData name="김 동남" userId="e1c38d99-2d63-4cf1-b0fa-2dc7b47f530c" providerId="ADAL" clId="{63755E10-9C23-4EC8-A131-A0E77D5A9E15}" dt="2023-11-24T00:32:59.479" v="5911" actId="20577"/>
        <pc:sldMkLst>
          <pc:docMk/>
          <pc:sldMk cId="4065031434" sldId="264"/>
        </pc:sldMkLst>
        <pc:spChg chg="mod">
          <ac:chgData name="김 동남" userId="e1c38d99-2d63-4cf1-b0fa-2dc7b47f530c" providerId="ADAL" clId="{63755E10-9C23-4EC8-A131-A0E77D5A9E15}" dt="2023-11-23T04:50:00.130" v="1646" actId="14100"/>
          <ac:spMkLst>
            <pc:docMk/>
            <pc:sldMk cId="4065031434" sldId="264"/>
            <ac:spMk id="3" creationId="{584F1C91-61CF-61AC-635B-76F1D73F2EB5}"/>
          </ac:spMkLst>
        </pc:spChg>
        <pc:spChg chg="mod">
          <ac:chgData name="김 동남" userId="e1c38d99-2d63-4cf1-b0fa-2dc7b47f530c" providerId="ADAL" clId="{63755E10-9C23-4EC8-A131-A0E77D5A9E15}" dt="2023-11-23T04:47:17.197" v="1628" actId="255"/>
          <ac:spMkLst>
            <pc:docMk/>
            <pc:sldMk cId="4065031434" sldId="264"/>
            <ac:spMk id="19" creationId="{DEF1A3BC-B1F7-19C9-9638-F8AE0FC745AD}"/>
          </ac:spMkLst>
        </pc:spChg>
        <pc:graphicFrameChg chg="add mod modGraphic">
          <ac:chgData name="김 동남" userId="e1c38d99-2d63-4cf1-b0fa-2dc7b47f530c" providerId="ADAL" clId="{63755E10-9C23-4EC8-A131-A0E77D5A9E15}" dt="2023-11-24T00:32:59.479" v="5911" actId="20577"/>
          <ac:graphicFrameMkLst>
            <pc:docMk/>
            <pc:sldMk cId="4065031434" sldId="264"/>
            <ac:graphicFrameMk id="2" creationId="{844702DD-6F84-9657-74C1-B9C55249C218}"/>
          </ac:graphicFrameMkLst>
        </pc:graphicFrameChg>
      </pc:sldChg>
      <pc:sldChg chg="modSp add mod">
        <pc:chgData name="김 동남" userId="e1c38d99-2d63-4cf1-b0fa-2dc7b47f530c" providerId="ADAL" clId="{63755E10-9C23-4EC8-A131-A0E77D5A9E15}" dt="2023-12-04T07:45:10.436" v="12221"/>
        <pc:sldMkLst>
          <pc:docMk/>
          <pc:sldMk cId="1094187360" sldId="265"/>
        </pc:sldMkLst>
        <pc:spChg chg="mod">
          <ac:chgData name="김 동남" userId="e1c38d99-2d63-4cf1-b0fa-2dc7b47f530c" providerId="ADAL" clId="{63755E10-9C23-4EC8-A131-A0E77D5A9E15}" dt="2023-11-24T00:51:03.162" v="5942" actId="20577"/>
          <ac:spMkLst>
            <pc:docMk/>
            <pc:sldMk cId="1094187360" sldId="265"/>
            <ac:spMk id="3" creationId="{584F1C91-61CF-61AC-635B-76F1D73F2EB5}"/>
          </ac:spMkLst>
        </pc:spChg>
        <pc:spChg chg="mod">
          <ac:chgData name="김 동남" userId="e1c38d99-2d63-4cf1-b0fa-2dc7b47f530c" providerId="ADAL" clId="{63755E10-9C23-4EC8-A131-A0E77D5A9E15}" dt="2023-12-04T07:45:10.436" v="12221"/>
          <ac:spMkLst>
            <pc:docMk/>
            <pc:sldMk cId="1094187360" sldId="265"/>
            <ac:spMk id="19" creationId="{DEF1A3BC-B1F7-19C9-9638-F8AE0FC745AD}"/>
          </ac:spMkLst>
        </pc:spChg>
        <pc:graphicFrameChg chg="mod modGraphic">
          <ac:chgData name="김 동남" userId="e1c38d99-2d63-4cf1-b0fa-2dc7b47f530c" providerId="ADAL" clId="{63755E10-9C23-4EC8-A131-A0E77D5A9E15}" dt="2023-11-27T08:59:06.105" v="8529" actId="20577"/>
          <ac:graphicFrameMkLst>
            <pc:docMk/>
            <pc:sldMk cId="1094187360" sldId="265"/>
            <ac:graphicFrameMk id="2" creationId="{844702DD-6F84-9657-74C1-B9C55249C218}"/>
          </ac:graphicFrameMkLst>
        </pc:graphicFrameChg>
      </pc:sldChg>
      <pc:sldChg chg="modSp add mod">
        <pc:chgData name="김 동남" userId="e1c38d99-2d63-4cf1-b0fa-2dc7b47f530c" providerId="ADAL" clId="{63755E10-9C23-4EC8-A131-A0E77D5A9E15}" dt="2023-12-06T08:16:43.270" v="16118" actId="20577"/>
        <pc:sldMkLst>
          <pc:docMk/>
          <pc:sldMk cId="983479510" sldId="266"/>
        </pc:sldMkLst>
        <pc:spChg chg="mod">
          <ac:chgData name="김 동남" userId="e1c38d99-2d63-4cf1-b0fa-2dc7b47f530c" providerId="ADAL" clId="{63755E10-9C23-4EC8-A131-A0E77D5A9E15}" dt="2023-11-27T05:39:20.112" v="7227" actId="20577"/>
          <ac:spMkLst>
            <pc:docMk/>
            <pc:sldMk cId="983479510" sldId="266"/>
            <ac:spMk id="3" creationId="{584F1C91-61CF-61AC-635B-76F1D73F2EB5}"/>
          </ac:spMkLst>
        </pc:spChg>
        <pc:spChg chg="mod">
          <ac:chgData name="김 동남" userId="e1c38d99-2d63-4cf1-b0fa-2dc7b47f530c" providerId="ADAL" clId="{63755E10-9C23-4EC8-A131-A0E77D5A9E15}" dt="2023-12-04T07:45:21.707" v="12241"/>
          <ac:spMkLst>
            <pc:docMk/>
            <pc:sldMk cId="983479510" sldId="266"/>
            <ac:spMk id="19" creationId="{DEF1A3BC-B1F7-19C9-9638-F8AE0FC745AD}"/>
          </ac:spMkLst>
        </pc:spChg>
        <pc:graphicFrameChg chg="mod modGraphic">
          <ac:chgData name="김 동남" userId="e1c38d99-2d63-4cf1-b0fa-2dc7b47f530c" providerId="ADAL" clId="{63755E10-9C23-4EC8-A131-A0E77D5A9E15}" dt="2023-12-06T08:16:43.270" v="16118" actId="20577"/>
          <ac:graphicFrameMkLst>
            <pc:docMk/>
            <pc:sldMk cId="983479510" sldId="266"/>
            <ac:graphicFrameMk id="2" creationId="{844702DD-6F84-9657-74C1-B9C55249C218}"/>
          </ac:graphicFrameMkLst>
        </pc:graphicFrameChg>
      </pc:sldChg>
      <pc:sldChg chg="addSp delSp modSp add mod">
        <pc:chgData name="김 동남" userId="e1c38d99-2d63-4cf1-b0fa-2dc7b47f530c" providerId="ADAL" clId="{63755E10-9C23-4EC8-A131-A0E77D5A9E15}" dt="2023-12-06T08:37:09.775" v="16421"/>
        <pc:sldMkLst>
          <pc:docMk/>
          <pc:sldMk cId="253701967" sldId="267"/>
        </pc:sldMkLst>
        <pc:spChg chg="mod">
          <ac:chgData name="김 동남" userId="e1c38d99-2d63-4cf1-b0fa-2dc7b47f530c" providerId="ADAL" clId="{63755E10-9C23-4EC8-A131-A0E77D5A9E15}" dt="2023-12-06T08:37:09.775" v="16421"/>
          <ac:spMkLst>
            <pc:docMk/>
            <pc:sldMk cId="253701967" sldId="267"/>
            <ac:spMk id="3" creationId="{584F1C91-61CF-61AC-635B-76F1D73F2EB5}"/>
          </ac:spMkLst>
        </pc:spChg>
        <pc:spChg chg="add mod">
          <ac:chgData name="김 동남" userId="e1c38d99-2d63-4cf1-b0fa-2dc7b47f530c" providerId="ADAL" clId="{63755E10-9C23-4EC8-A131-A0E77D5A9E15}" dt="2023-11-24T07:36:21.845" v="6562" actId="1076"/>
          <ac:spMkLst>
            <pc:docMk/>
            <pc:sldMk cId="253701967" sldId="267"/>
            <ac:spMk id="4" creationId="{50609C7E-616D-CCDB-8CF8-FC90B001D99C}"/>
          </ac:spMkLst>
        </pc:spChg>
        <pc:spChg chg="add del mod">
          <ac:chgData name="김 동남" userId="e1c38d99-2d63-4cf1-b0fa-2dc7b47f530c" providerId="ADAL" clId="{63755E10-9C23-4EC8-A131-A0E77D5A9E15}" dt="2023-11-24T07:57:14.484" v="7000" actId="478"/>
          <ac:spMkLst>
            <pc:docMk/>
            <pc:sldMk cId="253701967" sldId="267"/>
            <ac:spMk id="6" creationId="{5FA6A00C-4EFE-A8C3-C4C8-1420A471BD06}"/>
          </ac:spMkLst>
        </pc:spChg>
        <pc:spChg chg="add mod">
          <ac:chgData name="김 동남" userId="e1c38d99-2d63-4cf1-b0fa-2dc7b47f530c" providerId="ADAL" clId="{63755E10-9C23-4EC8-A131-A0E77D5A9E15}" dt="2023-11-24T08:01:36.324" v="7223" actId="20577"/>
          <ac:spMkLst>
            <pc:docMk/>
            <pc:sldMk cId="253701967" sldId="267"/>
            <ac:spMk id="7" creationId="{EFBC50D8-EA62-A62A-2EE4-4F6D426B8CF7}"/>
          </ac:spMkLst>
        </pc:spChg>
        <pc:spChg chg="mod">
          <ac:chgData name="김 동남" userId="e1c38d99-2d63-4cf1-b0fa-2dc7b47f530c" providerId="ADAL" clId="{63755E10-9C23-4EC8-A131-A0E77D5A9E15}" dt="2023-12-04T07:45:15.689" v="12231"/>
          <ac:spMkLst>
            <pc:docMk/>
            <pc:sldMk cId="253701967" sldId="267"/>
            <ac:spMk id="19" creationId="{DEF1A3BC-B1F7-19C9-9638-F8AE0FC745AD}"/>
          </ac:spMkLst>
        </pc:spChg>
        <pc:graphicFrameChg chg="mod modGraphic">
          <ac:chgData name="김 동남" userId="e1c38d99-2d63-4cf1-b0fa-2dc7b47f530c" providerId="ADAL" clId="{63755E10-9C23-4EC8-A131-A0E77D5A9E15}" dt="2023-11-24T07:28:39.643" v="6560" actId="207"/>
          <ac:graphicFrameMkLst>
            <pc:docMk/>
            <pc:sldMk cId="253701967" sldId="267"/>
            <ac:graphicFrameMk id="2" creationId="{844702DD-6F84-9657-74C1-B9C55249C218}"/>
          </ac:graphicFrameMkLst>
        </pc:graphicFrameChg>
        <pc:graphicFrameChg chg="add mod modGraphic">
          <ac:chgData name="김 동남" userId="e1c38d99-2d63-4cf1-b0fa-2dc7b47f530c" providerId="ADAL" clId="{63755E10-9C23-4EC8-A131-A0E77D5A9E15}" dt="2023-11-24T07:53:05.065" v="6933" actId="20577"/>
          <ac:graphicFrameMkLst>
            <pc:docMk/>
            <pc:sldMk cId="253701967" sldId="267"/>
            <ac:graphicFrameMk id="5" creationId="{FC9C8B87-1AD5-D97A-9184-517CD2ACDEA6}"/>
          </ac:graphicFrameMkLst>
        </pc:graphicFrameChg>
      </pc:sldChg>
      <pc:sldChg chg="delSp modSp add del mod">
        <pc:chgData name="김 동남" userId="e1c38d99-2d63-4cf1-b0fa-2dc7b47f530c" providerId="ADAL" clId="{63755E10-9C23-4EC8-A131-A0E77D5A9E15}" dt="2023-12-04T07:44:04.669" v="12206" actId="2696"/>
        <pc:sldMkLst>
          <pc:docMk/>
          <pc:sldMk cId="2821570724" sldId="268"/>
        </pc:sldMkLst>
        <pc:spChg chg="del">
          <ac:chgData name="김 동남" userId="e1c38d99-2d63-4cf1-b0fa-2dc7b47f530c" providerId="ADAL" clId="{63755E10-9C23-4EC8-A131-A0E77D5A9E15}" dt="2023-11-27T05:50:15.228" v="8415" actId="478"/>
          <ac:spMkLst>
            <pc:docMk/>
            <pc:sldMk cId="2821570724" sldId="268"/>
            <ac:spMk id="3" creationId="{584F1C91-61CF-61AC-635B-76F1D73F2EB5}"/>
          </ac:spMkLst>
        </pc:spChg>
        <pc:spChg chg="mod">
          <ac:chgData name="김 동남" userId="e1c38d99-2d63-4cf1-b0fa-2dc7b47f530c" providerId="ADAL" clId="{63755E10-9C23-4EC8-A131-A0E77D5A9E15}" dt="2023-11-27T05:50:32.537" v="8419" actId="255"/>
          <ac:spMkLst>
            <pc:docMk/>
            <pc:sldMk cId="2821570724" sldId="268"/>
            <ac:spMk id="19" creationId="{DEF1A3BC-B1F7-19C9-9638-F8AE0FC745AD}"/>
          </ac:spMkLst>
        </pc:spChg>
        <pc:graphicFrameChg chg="del">
          <ac:chgData name="김 동남" userId="e1c38d99-2d63-4cf1-b0fa-2dc7b47f530c" providerId="ADAL" clId="{63755E10-9C23-4EC8-A131-A0E77D5A9E15}" dt="2023-11-27T05:50:15.228" v="8415" actId="478"/>
          <ac:graphicFrameMkLst>
            <pc:docMk/>
            <pc:sldMk cId="2821570724" sldId="268"/>
            <ac:graphicFrameMk id="2" creationId="{844702DD-6F84-9657-74C1-B9C55249C218}"/>
          </ac:graphicFrameMkLst>
        </pc:graphicFrameChg>
      </pc:sldChg>
      <pc:sldChg chg="addSp delSp modSp add mod">
        <pc:chgData name="김 동남" userId="e1c38d99-2d63-4cf1-b0fa-2dc7b47f530c" providerId="ADAL" clId="{63755E10-9C23-4EC8-A131-A0E77D5A9E15}" dt="2023-12-06T04:45:11.623" v="14514" actId="20577"/>
        <pc:sldMkLst>
          <pc:docMk/>
          <pc:sldMk cId="3103570619" sldId="269"/>
        </pc:sldMkLst>
        <pc:spChg chg="mod">
          <ac:chgData name="김 동남" userId="e1c38d99-2d63-4cf1-b0fa-2dc7b47f530c" providerId="ADAL" clId="{63755E10-9C23-4EC8-A131-A0E77D5A9E15}" dt="2023-11-27T10:00:35.092" v="9305" actId="20577"/>
          <ac:spMkLst>
            <pc:docMk/>
            <pc:sldMk cId="3103570619" sldId="269"/>
            <ac:spMk id="3" creationId="{584F1C91-61CF-61AC-635B-76F1D73F2EB5}"/>
          </ac:spMkLst>
        </pc:spChg>
        <pc:spChg chg="add mod">
          <ac:chgData name="김 동남" userId="e1c38d99-2d63-4cf1-b0fa-2dc7b47f530c" providerId="ADAL" clId="{63755E10-9C23-4EC8-A131-A0E77D5A9E15}" dt="2023-12-01T03:23:51.820" v="9763" actId="207"/>
          <ac:spMkLst>
            <pc:docMk/>
            <pc:sldMk cId="3103570619" sldId="269"/>
            <ac:spMk id="4" creationId="{B9555B44-7010-21FF-3E1D-F3898CE25D32}"/>
          </ac:spMkLst>
        </pc:spChg>
        <pc:spChg chg="mod">
          <ac:chgData name="김 동남" userId="e1c38d99-2d63-4cf1-b0fa-2dc7b47f530c" providerId="ADAL" clId="{63755E10-9C23-4EC8-A131-A0E77D5A9E15}" dt="2023-12-04T07:45:26.657" v="12251"/>
          <ac:spMkLst>
            <pc:docMk/>
            <pc:sldMk cId="3103570619" sldId="269"/>
            <ac:spMk id="19" creationId="{DEF1A3BC-B1F7-19C9-9638-F8AE0FC745AD}"/>
          </ac:spMkLst>
        </pc:spChg>
        <pc:graphicFrameChg chg="mod modGraphic">
          <ac:chgData name="김 동남" userId="e1c38d99-2d63-4cf1-b0fa-2dc7b47f530c" providerId="ADAL" clId="{63755E10-9C23-4EC8-A131-A0E77D5A9E15}" dt="2023-12-06T04:45:11.623" v="14514" actId="20577"/>
          <ac:graphicFrameMkLst>
            <pc:docMk/>
            <pc:sldMk cId="3103570619" sldId="269"/>
            <ac:graphicFrameMk id="2" creationId="{844702DD-6F84-9657-74C1-B9C55249C218}"/>
          </ac:graphicFrameMkLst>
        </pc:graphicFrameChg>
        <pc:cxnChg chg="add del mod">
          <ac:chgData name="김 동남" userId="e1c38d99-2d63-4cf1-b0fa-2dc7b47f530c" providerId="ADAL" clId="{63755E10-9C23-4EC8-A131-A0E77D5A9E15}" dt="2023-12-06T04:45:04.334" v="14512" actId="478"/>
          <ac:cxnSpMkLst>
            <pc:docMk/>
            <pc:sldMk cId="3103570619" sldId="269"/>
            <ac:cxnSpMk id="6" creationId="{6148BAD7-329E-B426-CF43-6DEDFE92B71A}"/>
          </ac:cxnSpMkLst>
        </pc:cxnChg>
        <pc:cxnChg chg="add del mod">
          <ac:chgData name="김 동남" userId="e1c38d99-2d63-4cf1-b0fa-2dc7b47f530c" providerId="ADAL" clId="{63755E10-9C23-4EC8-A131-A0E77D5A9E15}" dt="2023-11-30T07:15:35.323" v="9523" actId="478"/>
          <ac:cxnSpMkLst>
            <pc:docMk/>
            <pc:sldMk cId="3103570619" sldId="269"/>
            <ac:cxnSpMk id="6" creationId="{A32EE851-F6D8-F9DE-FA56-3498D77992F7}"/>
          </ac:cxnSpMkLst>
        </pc:cxnChg>
      </pc:sldChg>
      <pc:sldChg chg="addSp delSp modSp add mod">
        <pc:chgData name="김 동남" userId="e1c38d99-2d63-4cf1-b0fa-2dc7b47f530c" providerId="ADAL" clId="{63755E10-9C23-4EC8-A131-A0E77D5A9E15}" dt="2023-12-06T08:49:30.664" v="17321"/>
        <pc:sldMkLst>
          <pc:docMk/>
          <pc:sldMk cId="210253323" sldId="270"/>
        </pc:sldMkLst>
        <pc:spChg chg="mod">
          <ac:chgData name="김 동남" userId="e1c38d99-2d63-4cf1-b0fa-2dc7b47f530c" providerId="ADAL" clId="{63755E10-9C23-4EC8-A131-A0E77D5A9E15}" dt="2023-12-06T08:01:24.804" v="15574" actId="20577"/>
          <ac:spMkLst>
            <pc:docMk/>
            <pc:sldMk cId="210253323" sldId="270"/>
            <ac:spMk id="3" creationId="{584F1C91-61CF-61AC-635B-76F1D73F2EB5}"/>
          </ac:spMkLst>
        </pc:spChg>
        <pc:spChg chg="add mod">
          <ac:chgData name="김 동남" userId="e1c38d99-2d63-4cf1-b0fa-2dc7b47f530c" providerId="ADAL" clId="{63755E10-9C23-4EC8-A131-A0E77D5A9E15}" dt="2023-12-06T08:49:30.664" v="17321"/>
          <ac:spMkLst>
            <pc:docMk/>
            <pc:sldMk cId="210253323" sldId="270"/>
            <ac:spMk id="4" creationId="{55307A5B-45EC-0A47-36D1-F7E370B6F525}"/>
          </ac:spMkLst>
        </pc:spChg>
        <pc:spChg chg="del">
          <ac:chgData name="김 동남" userId="e1c38d99-2d63-4cf1-b0fa-2dc7b47f530c" providerId="ADAL" clId="{63755E10-9C23-4EC8-A131-A0E77D5A9E15}" dt="2023-12-04T00:50:36.915" v="9951" actId="478"/>
          <ac:spMkLst>
            <pc:docMk/>
            <pc:sldMk cId="210253323" sldId="270"/>
            <ac:spMk id="4" creationId="{B9555B44-7010-21FF-3E1D-F3898CE25D32}"/>
          </ac:spMkLst>
        </pc:spChg>
        <pc:spChg chg="add mod">
          <ac:chgData name="김 동남" userId="e1c38d99-2d63-4cf1-b0fa-2dc7b47f530c" providerId="ADAL" clId="{63755E10-9C23-4EC8-A131-A0E77D5A9E15}" dt="2023-12-06T08:46:23.877" v="17239" actId="1036"/>
          <ac:spMkLst>
            <pc:docMk/>
            <pc:sldMk cId="210253323" sldId="270"/>
            <ac:spMk id="5" creationId="{22428BC2-618B-5D48-C8C0-AC1FC19B7A42}"/>
          </ac:spMkLst>
        </pc:spChg>
        <pc:spChg chg="add mod">
          <ac:chgData name="김 동남" userId="e1c38d99-2d63-4cf1-b0fa-2dc7b47f530c" providerId="ADAL" clId="{63755E10-9C23-4EC8-A131-A0E77D5A9E15}" dt="2023-12-06T08:01:29.458" v="15580" actId="20577"/>
          <ac:spMkLst>
            <pc:docMk/>
            <pc:sldMk cId="210253323" sldId="270"/>
            <ac:spMk id="7" creationId="{060A886C-ABC1-81D6-0E29-131F5CAF2463}"/>
          </ac:spMkLst>
        </pc:spChg>
        <pc:spChg chg="add mod">
          <ac:chgData name="김 동남" userId="e1c38d99-2d63-4cf1-b0fa-2dc7b47f530c" providerId="ADAL" clId="{63755E10-9C23-4EC8-A131-A0E77D5A9E15}" dt="2023-12-04T04:19:15.677" v="12187" actId="20577"/>
          <ac:spMkLst>
            <pc:docMk/>
            <pc:sldMk cId="210253323" sldId="270"/>
            <ac:spMk id="8" creationId="{CC6AE026-DCDC-2BD8-1634-39415C53C4A0}"/>
          </ac:spMkLst>
        </pc:spChg>
        <pc:spChg chg="del mod">
          <ac:chgData name="김 동남" userId="e1c38d99-2d63-4cf1-b0fa-2dc7b47f530c" providerId="ADAL" clId="{63755E10-9C23-4EC8-A131-A0E77D5A9E15}" dt="2023-12-06T07:04:29.836" v="15414" actId="478"/>
          <ac:spMkLst>
            <pc:docMk/>
            <pc:sldMk cId="210253323" sldId="270"/>
            <ac:spMk id="19" creationId="{DEF1A3BC-B1F7-19C9-9638-F8AE0FC745AD}"/>
          </ac:spMkLst>
        </pc:spChg>
        <pc:graphicFrameChg chg="mod modGraphic">
          <ac:chgData name="김 동남" userId="e1c38d99-2d63-4cf1-b0fa-2dc7b47f530c" providerId="ADAL" clId="{63755E10-9C23-4EC8-A131-A0E77D5A9E15}" dt="2023-12-06T08:48:46.251" v="17289" actId="20577"/>
          <ac:graphicFrameMkLst>
            <pc:docMk/>
            <pc:sldMk cId="210253323" sldId="270"/>
            <ac:graphicFrameMk id="2" creationId="{844702DD-6F84-9657-74C1-B9C55249C218}"/>
          </ac:graphicFrameMkLst>
        </pc:graphicFrameChg>
        <pc:graphicFrameChg chg="add mod modGraphic">
          <ac:chgData name="김 동남" userId="e1c38d99-2d63-4cf1-b0fa-2dc7b47f530c" providerId="ADAL" clId="{63755E10-9C23-4EC8-A131-A0E77D5A9E15}" dt="2023-12-06T08:06:31.153" v="15667" actId="20577"/>
          <ac:graphicFrameMkLst>
            <pc:docMk/>
            <pc:sldMk cId="210253323" sldId="270"/>
            <ac:graphicFrameMk id="6" creationId="{F304B7BA-0D45-7A0A-A2A3-7A69C3E0C6ED}"/>
          </ac:graphicFrameMkLst>
        </pc:graphicFrameChg>
      </pc:sldChg>
      <pc:sldChg chg="addSp delSp modSp add mod ord">
        <pc:chgData name="김 동남" userId="e1c38d99-2d63-4cf1-b0fa-2dc7b47f530c" providerId="ADAL" clId="{63755E10-9C23-4EC8-A131-A0E77D5A9E15}" dt="2023-12-06T07:03:48.261" v="15413" actId="20577"/>
        <pc:sldMkLst>
          <pc:docMk/>
          <pc:sldMk cId="4077372983" sldId="271"/>
        </pc:sldMkLst>
        <pc:spChg chg="mod">
          <ac:chgData name="김 동남" userId="e1c38d99-2d63-4cf1-b0fa-2dc7b47f530c" providerId="ADAL" clId="{63755E10-9C23-4EC8-A131-A0E77D5A9E15}" dt="2023-12-06T07:03:48.261" v="15413" actId="20577"/>
          <ac:spMkLst>
            <pc:docMk/>
            <pc:sldMk cId="4077372983" sldId="271"/>
            <ac:spMk id="3" creationId="{584F1C91-61CF-61AC-635B-76F1D73F2EB5}"/>
          </ac:spMkLst>
        </pc:spChg>
        <pc:spChg chg="del">
          <ac:chgData name="김 동남" userId="e1c38d99-2d63-4cf1-b0fa-2dc7b47f530c" providerId="ADAL" clId="{63755E10-9C23-4EC8-A131-A0E77D5A9E15}" dt="2023-12-04T03:07:29.513" v="11849" actId="478"/>
          <ac:spMkLst>
            <pc:docMk/>
            <pc:sldMk cId="4077372983" sldId="271"/>
            <ac:spMk id="5" creationId="{22428BC2-618B-5D48-C8C0-AC1FC19B7A42}"/>
          </ac:spMkLst>
        </pc:spChg>
        <pc:spChg chg="add del">
          <ac:chgData name="김 동남" userId="e1c38d99-2d63-4cf1-b0fa-2dc7b47f530c" providerId="ADAL" clId="{63755E10-9C23-4EC8-A131-A0E77D5A9E15}" dt="2023-12-06T05:18:08.686" v="14516" actId="22"/>
          <ac:spMkLst>
            <pc:docMk/>
            <pc:sldMk cId="4077372983" sldId="271"/>
            <ac:spMk id="5" creationId="{228B4579-62AF-C035-2A0E-C27690EC7B95}"/>
          </ac:spMkLst>
        </pc:spChg>
        <pc:spChg chg="del">
          <ac:chgData name="김 동남" userId="e1c38d99-2d63-4cf1-b0fa-2dc7b47f530c" providerId="ADAL" clId="{63755E10-9C23-4EC8-A131-A0E77D5A9E15}" dt="2023-12-04T03:07:52.953" v="11850" actId="478"/>
          <ac:spMkLst>
            <pc:docMk/>
            <pc:sldMk cId="4077372983" sldId="271"/>
            <ac:spMk id="7" creationId="{060A886C-ABC1-81D6-0E29-131F5CAF2463}"/>
          </ac:spMkLst>
        </pc:spChg>
        <pc:spChg chg="mod">
          <ac:chgData name="김 동남" userId="e1c38d99-2d63-4cf1-b0fa-2dc7b47f530c" providerId="ADAL" clId="{63755E10-9C23-4EC8-A131-A0E77D5A9E15}" dt="2023-12-04T07:45:44.120" v="12285"/>
          <ac:spMkLst>
            <pc:docMk/>
            <pc:sldMk cId="4077372983" sldId="271"/>
            <ac:spMk id="19" creationId="{DEF1A3BC-B1F7-19C9-9638-F8AE0FC745AD}"/>
          </ac:spMkLst>
        </pc:spChg>
        <pc:graphicFrameChg chg="del">
          <ac:chgData name="김 동남" userId="e1c38d99-2d63-4cf1-b0fa-2dc7b47f530c" providerId="ADAL" clId="{63755E10-9C23-4EC8-A131-A0E77D5A9E15}" dt="2023-12-04T03:07:52.953" v="11850" actId="478"/>
          <ac:graphicFrameMkLst>
            <pc:docMk/>
            <pc:sldMk cId="4077372983" sldId="271"/>
            <ac:graphicFrameMk id="2" creationId="{844702DD-6F84-9657-74C1-B9C55249C218}"/>
          </ac:graphicFrameMkLst>
        </pc:graphicFrameChg>
        <pc:graphicFrameChg chg="add mod">
          <ac:chgData name="김 동남" userId="e1c38d99-2d63-4cf1-b0fa-2dc7b47f530c" providerId="ADAL" clId="{63755E10-9C23-4EC8-A131-A0E77D5A9E15}" dt="2023-12-04T08:45:23.982" v="12969"/>
          <ac:graphicFrameMkLst>
            <pc:docMk/>
            <pc:sldMk cId="4077372983" sldId="271"/>
            <ac:graphicFrameMk id="4" creationId="{8EE3C43A-697E-47E3-05E7-B2F7C622C275}"/>
          </ac:graphicFrameMkLst>
        </pc:graphicFrameChg>
        <pc:graphicFrameChg chg="del">
          <ac:chgData name="김 동남" userId="e1c38d99-2d63-4cf1-b0fa-2dc7b47f530c" providerId="ADAL" clId="{63755E10-9C23-4EC8-A131-A0E77D5A9E15}" dt="2023-12-04T03:07:52.953" v="11850" actId="478"/>
          <ac:graphicFrameMkLst>
            <pc:docMk/>
            <pc:sldMk cId="4077372983" sldId="271"/>
            <ac:graphicFrameMk id="6" creationId="{F304B7BA-0D45-7A0A-A2A3-7A69C3E0C6ED}"/>
          </ac:graphicFrameMkLst>
        </pc:graphicFrameChg>
      </pc:sldChg>
      <pc:sldChg chg="modSp add del mod">
        <pc:chgData name="김 동남" userId="e1c38d99-2d63-4cf1-b0fa-2dc7b47f530c" providerId="ADAL" clId="{63755E10-9C23-4EC8-A131-A0E77D5A9E15}" dt="2023-12-04T00:50:20.692" v="9927" actId="47"/>
        <pc:sldMkLst>
          <pc:docMk/>
          <pc:sldMk cId="4080502694" sldId="271"/>
        </pc:sldMkLst>
        <pc:spChg chg="mod">
          <ac:chgData name="김 동남" userId="e1c38d99-2d63-4cf1-b0fa-2dc7b47f530c" providerId="ADAL" clId="{63755E10-9C23-4EC8-A131-A0E77D5A9E15}" dt="2023-12-04T00:50:05.837" v="9926" actId="20577"/>
          <ac:spMkLst>
            <pc:docMk/>
            <pc:sldMk cId="4080502694" sldId="271"/>
            <ac:spMk id="3" creationId="{584F1C91-61CF-61AC-635B-76F1D73F2EB5}"/>
          </ac:spMkLst>
        </pc:spChg>
      </pc:sldChg>
      <pc:sldChg chg="addSp delSp modSp add del mod">
        <pc:chgData name="김 동남" userId="e1c38d99-2d63-4cf1-b0fa-2dc7b47f530c" providerId="ADAL" clId="{63755E10-9C23-4EC8-A131-A0E77D5A9E15}" dt="2023-12-06T06:56:21.473" v="15384" actId="47"/>
        <pc:sldMkLst>
          <pc:docMk/>
          <pc:sldMk cId="1932938998" sldId="272"/>
        </pc:sldMkLst>
        <pc:spChg chg="del mod">
          <ac:chgData name="김 동남" userId="e1c38d99-2d63-4cf1-b0fa-2dc7b47f530c" providerId="ADAL" clId="{63755E10-9C23-4EC8-A131-A0E77D5A9E15}" dt="2023-12-05T04:49:26.889" v="13336" actId="478"/>
          <ac:spMkLst>
            <pc:docMk/>
            <pc:sldMk cId="1932938998" sldId="272"/>
            <ac:spMk id="3" creationId="{584F1C91-61CF-61AC-635B-76F1D73F2EB5}"/>
          </ac:spMkLst>
        </pc:spChg>
        <pc:spChg chg="add mod">
          <ac:chgData name="김 동남" userId="e1c38d99-2d63-4cf1-b0fa-2dc7b47f530c" providerId="ADAL" clId="{63755E10-9C23-4EC8-A131-A0E77D5A9E15}" dt="2023-12-05T04:53:26.417" v="13480"/>
          <ac:spMkLst>
            <pc:docMk/>
            <pc:sldMk cId="1932938998" sldId="272"/>
            <ac:spMk id="5" creationId="{55E29488-9BEE-906C-2E6D-CBE8C7437599}"/>
          </ac:spMkLst>
        </pc:spChg>
        <pc:spChg chg="mod">
          <ac:chgData name="김 동남" userId="e1c38d99-2d63-4cf1-b0fa-2dc7b47f530c" providerId="ADAL" clId="{63755E10-9C23-4EC8-A131-A0E77D5A9E15}" dt="2023-12-05T04:49:19.490" v="13335"/>
          <ac:spMkLst>
            <pc:docMk/>
            <pc:sldMk cId="1932938998" sldId="272"/>
            <ac:spMk id="19" creationId="{DEF1A3BC-B1F7-19C9-9638-F8AE0FC745AD}"/>
          </ac:spMkLst>
        </pc:spChg>
        <pc:graphicFrameChg chg="add mod modGraphic">
          <ac:chgData name="김 동남" userId="e1c38d99-2d63-4cf1-b0fa-2dc7b47f530c" providerId="ADAL" clId="{63755E10-9C23-4EC8-A131-A0E77D5A9E15}" dt="2023-12-06T04:20:58.373" v="14354" actId="14734"/>
          <ac:graphicFrameMkLst>
            <pc:docMk/>
            <pc:sldMk cId="1932938998" sldId="272"/>
            <ac:graphicFrameMk id="2" creationId="{0EC9DC3E-A50A-877E-E1F1-F98C46E33C3C}"/>
          </ac:graphicFrameMkLst>
        </pc:graphicFrameChg>
        <pc:graphicFrameChg chg="del mod modGraphic">
          <ac:chgData name="김 동남" userId="e1c38d99-2d63-4cf1-b0fa-2dc7b47f530c" providerId="ADAL" clId="{63755E10-9C23-4EC8-A131-A0E77D5A9E15}" dt="2023-12-05T04:49:30.050" v="13337" actId="478"/>
          <ac:graphicFrameMkLst>
            <pc:docMk/>
            <pc:sldMk cId="1932938998" sldId="272"/>
            <ac:graphicFrameMk id="4" creationId="{8EE3C43A-697E-47E3-05E7-B2F7C622C275}"/>
          </ac:graphicFrameMkLst>
        </pc:graphicFrameChg>
      </pc:sldChg>
      <pc:sldChg chg="addSp modSp add mod ord">
        <pc:chgData name="김 동남" userId="e1c38d99-2d63-4cf1-b0fa-2dc7b47f530c" providerId="ADAL" clId="{63755E10-9C23-4EC8-A131-A0E77D5A9E15}" dt="2023-12-06T08:10:08.580" v="15702"/>
        <pc:sldMkLst>
          <pc:docMk/>
          <pc:sldMk cId="4267539115" sldId="273"/>
        </pc:sldMkLst>
        <pc:spChg chg="add mod">
          <ac:chgData name="김 동남" userId="e1c38d99-2d63-4cf1-b0fa-2dc7b47f530c" providerId="ADAL" clId="{63755E10-9C23-4EC8-A131-A0E77D5A9E15}" dt="2023-12-06T05:59:50.092" v="15086" actId="1038"/>
          <ac:spMkLst>
            <pc:docMk/>
            <pc:sldMk cId="4267539115" sldId="273"/>
            <ac:spMk id="3" creationId="{5D0C6B6B-5DA1-C1A5-9033-9AD16466D55B}"/>
          </ac:spMkLst>
        </pc:spChg>
        <pc:spChg chg="mod">
          <ac:chgData name="김 동남" userId="e1c38d99-2d63-4cf1-b0fa-2dc7b47f530c" providerId="ADAL" clId="{63755E10-9C23-4EC8-A131-A0E77D5A9E15}" dt="2023-12-06T06:24:50.839" v="15149" actId="255"/>
          <ac:spMkLst>
            <pc:docMk/>
            <pc:sldMk cId="4267539115" sldId="273"/>
            <ac:spMk id="5" creationId="{55E29488-9BEE-906C-2E6D-CBE8C7437599}"/>
          </ac:spMkLst>
        </pc:spChg>
        <pc:graphicFrameChg chg="mod modGraphic">
          <ac:chgData name="김 동남" userId="e1c38d99-2d63-4cf1-b0fa-2dc7b47f530c" providerId="ADAL" clId="{63755E10-9C23-4EC8-A131-A0E77D5A9E15}" dt="2023-12-06T08:10:08.580" v="15702"/>
          <ac:graphicFrameMkLst>
            <pc:docMk/>
            <pc:sldMk cId="4267539115" sldId="273"/>
            <ac:graphicFrameMk id="2" creationId="{0EC9DC3E-A50A-877E-E1F1-F98C46E33C3C}"/>
          </ac:graphicFrameMkLst>
        </pc:graphicFrameChg>
      </pc:sldChg>
      <pc:sldChg chg="addSp delSp modSp add mod">
        <pc:chgData name="김 동남" userId="e1c38d99-2d63-4cf1-b0fa-2dc7b47f530c" providerId="ADAL" clId="{63755E10-9C23-4EC8-A131-A0E77D5A9E15}" dt="2023-12-06T08:49:51.716" v="17342" actId="1036"/>
        <pc:sldMkLst>
          <pc:docMk/>
          <pc:sldMk cId="3521589939" sldId="274"/>
        </pc:sldMkLst>
        <pc:spChg chg="add mod">
          <ac:chgData name="김 동남" userId="e1c38d99-2d63-4cf1-b0fa-2dc7b47f530c" providerId="ADAL" clId="{63755E10-9C23-4EC8-A131-A0E77D5A9E15}" dt="2023-12-06T08:49:45.708" v="17336" actId="1035"/>
          <ac:spMkLst>
            <pc:docMk/>
            <pc:sldMk cId="3521589939" sldId="274"/>
            <ac:spMk id="2" creationId="{C80228D2-6875-D0A7-DDDA-9075443DBE2F}"/>
          </ac:spMkLst>
        </pc:spChg>
        <pc:spChg chg="add mod">
          <ac:chgData name="김 동남" userId="e1c38d99-2d63-4cf1-b0fa-2dc7b47f530c" providerId="ADAL" clId="{63755E10-9C23-4EC8-A131-A0E77D5A9E15}" dt="2023-12-06T08:49:45.708" v="17336" actId="1035"/>
          <ac:spMkLst>
            <pc:docMk/>
            <pc:sldMk cId="3521589939" sldId="274"/>
            <ac:spMk id="3" creationId="{FC78EAFF-4CCA-DF95-6ADD-3F9885D9A584}"/>
          </ac:spMkLst>
        </pc:spChg>
        <pc:spChg chg="add mod">
          <ac:chgData name="김 동남" userId="e1c38d99-2d63-4cf1-b0fa-2dc7b47f530c" providerId="ADAL" clId="{63755E10-9C23-4EC8-A131-A0E77D5A9E15}" dt="2023-12-06T08:49:45.708" v="17336" actId="1035"/>
          <ac:spMkLst>
            <pc:docMk/>
            <pc:sldMk cId="3521589939" sldId="274"/>
            <ac:spMk id="4" creationId="{F4DD6A43-A228-AA96-0A8B-0769141E1124}"/>
          </ac:spMkLst>
        </pc:spChg>
        <pc:spChg chg="add del mod">
          <ac:chgData name="김 동남" userId="e1c38d99-2d63-4cf1-b0fa-2dc7b47f530c" providerId="ADAL" clId="{63755E10-9C23-4EC8-A131-A0E77D5A9E15}" dt="2023-12-06T08:44:57.654" v="17153" actId="478"/>
          <ac:spMkLst>
            <pc:docMk/>
            <pc:sldMk cId="3521589939" sldId="274"/>
            <ac:spMk id="5" creationId="{AC55431C-C4AA-3AD4-5B32-A7377450A057}"/>
          </ac:spMkLst>
        </pc:spChg>
        <pc:spChg chg="add mod">
          <ac:chgData name="김 동남" userId="e1c38d99-2d63-4cf1-b0fa-2dc7b47f530c" providerId="ADAL" clId="{63755E10-9C23-4EC8-A131-A0E77D5A9E15}" dt="2023-12-06T08:49:45.708" v="17336" actId="1035"/>
          <ac:spMkLst>
            <pc:docMk/>
            <pc:sldMk cId="3521589939" sldId="274"/>
            <ac:spMk id="6" creationId="{CFE2B545-B404-2025-E269-981C88CDA588}"/>
          </ac:spMkLst>
        </pc:spChg>
        <pc:spChg chg="mod">
          <ac:chgData name="김 동남" userId="e1c38d99-2d63-4cf1-b0fa-2dc7b47f530c" providerId="ADAL" clId="{63755E10-9C23-4EC8-A131-A0E77D5A9E15}" dt="2023-12-06T08:49:51.716" v="17342" actId="1036"/>
          <ac:spMkLst>
            <pc:docMk/>
            <pc:sldMk cId="3521589939" sldId="274"/>
            <ac:spMk id="19" creationId="{DEF1A3BC-B1F7-19C9-9638-F8AE0FC745AD}"/>
          </ac:spMkLst>
        </pc:spChg>
      </pc:sldChg>
      <pc:sldChg chg="add del">
        <pc:chgData name="김 동남" userId="e1c38d99-2d63-4cf1-b0fa-2dc7b47f530c" providerId="ADAL" clId="{63755E10-9C23-4EC8-A131-A0E77D5A9E15}" dt="2023-12-06T08:41:54.719" v="16792"/>
        <pc:sldMkLst>
          <pc:docMk/>
          <pc:sldMk cId="424009076" sldId="275"/>
        </pc:sldMkLst>
      </pc:sldChg>
      <pc:sldMasterChg chg="modSldLayout">
        <pc:chgData name="김 동남" userId="e1c38d99-2d63-4cf1-b0fa-2dc7b47f530c" providerId="ADAL" clId="{63755E10-9C23-4EC8-A131-A0E77D5A9E15}" dt="2023-11-22T08:09:45.503" v="69" actId="14861"/>
        <pc:sldMasterMkLst>
          <pc:docMk/>
          <pc:sldMasterMk cId="263086955" sldId="2147483648"/>
        </pc:sldMasterMkLst>
        <pc:sldLayoutChg chg="addSp modSp mod modTransition">
          <pc:chgData name="김 동남" userId="e1c38d99-2d63-4cf1-b0fa-2dc7b47f530c" providerId="ADAL" clId="{63755E10-9C23-4EC8-A131-A0E77D5A9E15}" dt="2023-11-22T08:09:45.503" v="69" actId="14861"/>
          <pc:sldLayoutMkLst>
            <pc:docMk/>
            <pc:sldMasterMk cId="263086955" sldId="2147483648"/>
            <pc:sldLayoutMk cId="2748010197" sldId="2147483649"/>
          </pc:sldLayoutMkLst>
          <pc:spChg chg="add mod">
            <ac:chgData name="김 동남" userId="e1c38d99-2d63-4cf1-b0fa-2dc7b47f530c" providerId="ADAL" clId="{63755E10-9C23-4EC8-A131-A0E77D5A9E15}" dt="2023-11-22T08:09:45.503" v="69" actId="14861"/>
            <ac:spMkLst>
              <pc:docMk/>
              <pc:sldMasterMk cId="263086955" sldId="2147483648"/>
              <pc:sldLayoutMk cId="2748010197" sldId="2147483649"/>
              <ac:spMk id="2" creationId="{9C475F74-9F15-514E-FE69-F626D7C89FE7}"/>
            </ac:spMkLst>
          </pc:spChg>
        </pc:sldLayoutChg>
      </pc:sldMasterChg>
    </pc:docChg>
  </pc:docChgLst>
  <pc:docChgLst>
    <pc:chgData name="김 동남" userId="e1c38d99-2d63-4cf1-b0fa-2dc7b47f530c" providerId="ADAL" clId="{8D261596-5B83-4369-A5C5-5C2FE3310F62}"/>
    <pc:docChg chg="undo redo custSel addSld modSld">
      <pc:chgData name="김 동남" userId="e1c38d99-2d63-4cf1-b0fa-2dc7b47f530c" providerId="ADAL" clId="{8D261596-5B83-4369-A5C5-5C2FE3310F62}" dt="2023-11-22T06:49:52.280" v="2815" actId="571"/>
      <pc:docMkLst>
        <pc:docMk/>
      </pc:docMkLst>
      <pc:sldChg chg="modSp mod">
        <pc:chgData name="김 동남" userId="e1c38d99-2d63-4cf1-b0fa-2dc7b47f530c" providerId="ADAL" clId="{8D261596-5B83-4369-A5C5-5C2FE3310F62}" dt="2023-11-22T05:53:03.762" v="210" actId="20577"/>
        <pc:sldMkLst>
          <pc:docMk/>
          <pc:sldMk cId="639013885" sldId="256"/>
        </pc:sldMkLst>
        <pc:spChg chg="mod">
          <ac:chgData name="김 동남" userId="e1c38d99-2d63-4cf1-b0fa-2dc7b47f530c" providerId="ADAL" clId="{8D261596-5B83-4369-A5C5-5C2FE3310F62}" dt="2023-11-22T05:53:03.762" v="210" actId="20577"/>
          <ac:spMkLst>
            <pc:docMk/>
            <pc:sldMk cId="639013885" sldId="256"/>
            <ac:spMk id="19" creationId="{DEF1A3BC-B1F7-19C9-9638-F8AE0FC745AD}"/>
          </ac:spMkLst>
        </pc:spChg>
      </pc:sldChg>
      <pc:sldChg chg="addSp delSp modSp add mod">
        <pc:chgData name="김 동남" userId="e1c38d99-2d63-4cf1-b0fa-2dc7b47f530c" providerId="ADAL" clId="{8D261596-5B83-4369-A5C5-5C2FE3310F62}" dt="2023-11-22T06:49:23.522" v="2805" actId="1036"/>
        <pc:sldMkLst>
          <pc:docMk/>
          <pc:sldMk cId="973338116" sldId="257"/>
        </pc:sldMkLst>
        <pc:spChg chg="add mod">
          <ac:chgData name="김 동남" userId="e1c38d99-2d63-4cf1-b0fa-2dc7b47f530c" providerId="ADAL" clId="{8D261596-5B83-4369-A5C5-5C2FE3310F62}" dt="2023-11-22T05:45:43.729" v="152" actId="20577"/>
          <ac:spMkLst>
            <pc:docMk/>
            <pc:sldMk cId="973338116" sldId="257"/>
            <ac:spMk id="4" creationId="{0C426605-3FD0-5814-BFC5-8458C09CF878}"/>
          </ac:spMkLst>
        </pc:spChg>
        <pc:spChg chg="add mod">
          <ac:chgData name="김 동남" userId="e1c38d99-2d63-4cf1-b0fa-2dc7b47f530c" providerId="ADAL" clId="{8D261596-5B83-4369-A5C5-5C2FE3310F62}" dt="2023-11-22T06:32:27.638" v="1970" actId="20577"/>
          <ac:spMkLst>
            <pc:docMk/>
            <pc:sldMk cId="973338116" sldId="257"/>
            <ac:spMk id="5" creationId="{1943EAA8-4EB8-8AE5-8B31-FF9968A6B868}"/>
          </ac:spMkLst>
        </pc:spChg>
        <pc:spChg chg="del">
          <ac:chgData name="김 동남" userId="e1c38d99-2d63-4cf1-b0fa-2dc7b47f530c" providerId="ADAL" clId="{8D261596-5B83-4369-A5C5-5C2FE3310F62}" dt="2023-11-22T05:32:27.263" v="1" actId="478"/>
          <ac:spMkLst>
            <pc:docMk/>
            <pc:sldMk cId="973338116" sldId="257"/>
            <ac:spMk id="11" creationId="{08E313CA-48E2-08E7-4EDF-4A2F272D9A98}"/>
          </ac:spMkLst>
        </pc:spChg>
        <pc:spChg chg="add mod">
          <ac:chgData name="김 동남" userId="e1c38d99-2d63-4cf1-b0fa-2dc7b47f530c" providerId="ADAL" clId="{8D261596-5B83-4369-A5C5-5C2FE3310F62}" dt="2023-11-22T05:59:05.973" v="555" actId="1076"/>
          <ac:spMkLst>
            <pc:docMk/>
            <pc:sldMk cId="973338116" sldId="257"/>
            <ac:spMk id="12" creationId="{02D9C07F-C937-69AC-1F25-8D32BA437162}"/>
          </ac:spMkLst>
        </pc:spChg>
        <pc:spChg chg="add mod">
          <ac:chgData name="김 동남" userId="e1c38d99-2d63-4cf1-b0fa-2dc7b47f530c" providerId="ADAL" clId="{8D261596-5B83-4369-A5C5-5C2FE3310F62}" dt="2023-11-22T06:21:20.966" v="1835" actId="1037"/>
          <ac:spMkLst>
            <pc:docMk/>
            <pc:sldMk cId="973338116" sldId="257"/>
            <ac:spMk id="13" creationId="{3DA6CA53-E35F-A26B-D429-14EB8F317E0B}"/>
          </ac:spMkLst>
        </pc:spChg>
        <pc:spChg chg="add mod">
          <ac:chgData name="김 동남" userId="e1c38d99-2d63-4cf1-b0fa-2dc7b47f530c" providerId="ADAL" clId="{8D261596-5B83-4369-A5C5-5C2FE3310F62}" dt="2023-11-22T05:59:15.010" v="559" actId="1076"/>
          <ac:spMkLst>
            <pc:docMk/>
            <pc:sldMk cId="973338116" sldId="257"/>
            <ac:spMk id="18" creationId="{E2D80B38-BE8F-0AC3-3AC8-4A6E0A3C5A99}"/>
          </ac:spMkLst>
        </pc:spChg>
        <pc:spChg chg="mod">
          <ac:chgData name="김 동남" userId="e1c38d99-2d63-4cf1-b0fa-2dc7b47f530c" providerId="ADAL" clId="{8D261596-5B83-4369-A5C5-5C2FE3310F62}" dt="2023-11-22T06:48:15.123" v="2787" actId="115"/>
          <ac:spMkLst>
            <pc:docMk/>
            <pc:sldMk cId="973338116" sldId="257"/>
            <ac:spMk id="19" creationId="{DEF1A3BC-B1F7-19C9-9638-F8AE0FC745AD}"/>
          </ac:spMkLst>
        </pc:spChg>
        <pc:spChg chg="add mod">
          <ac:chgData name="김 동남" userId="e1c38d99-2d63-4cf1-b0fa-2dc7b47f530c" providerId="ADAL" clId="{8D261596-5B83-4369-A5C5-5C2FE3310F62}" dt="2023-11-22T06:20:58.608" v="1815" actId="1076"/>
          <ac:spMkLst>
            <pc:docMk/>
            <pc:sldMk cId="973338116" sldId="257"/>
            <ac:spMk id="20" creationId="{8DC50420-D95D-13B4-694E-C19E3E075982}"/>
          </ac:spMkLst>
        </pc:spChg>
        <pc:spChg chg="del">
          <ac:chgData name="김 동남" userId="e1c38d99-2d63-4cf1-b0fa-2dc7b47f530c" providerId="ADAL" clId="{8D261596-5B83-4369-A5C5-5C2FE3310F62}" dt="2023-11-22T05:32:27.263" v="1" actId="478"/>
          <ac:spMkLst>
            <pc:docMk/>
            <pc:sldMk cId="973338116" sldId="257"/>
            <ac:spMk id="22" creationId="{8AD99259-F18F-2A16-C278-8780D90008CF}"/>
          </ac:spMkLst>
        </pc:spChg>
        <pc:spChg chg="del">
          <ac:chgData name="김 동남" userId="e1c38d99-2d63-4cf1-b0fa-2dc7b47f530c" providerId="ADAL" clId="{8D261596-5B83-4369-A5C5-5C2FE3310F62}" dt="2023-11-22T05:32:27.263" v="1" actId="478"/>
          <ac:spMkLst>
            <pc:docMk/>
            <pc:sldMk cId="973338116" sldId="257"/>
            <ac:spMk id="27" creationId="{1D333074-114A-0131-08EB-36FA050BEF9F}"/>
          </ac:spMkLst>
        </pc:spChg>
        <pc:spChg chg="del">
          <ac:chgData name="김 동남" userId="e1c38d99-2d63-4cf1-b0fa-2dc7b47f530c" providerId="ADAL" clId="{8D261596-5B83-4369-A5C5-5C2FE3310F62}" dt="2023-11-22T05:32:27.263" v="1" actId="478"/>
          <ac:spMkLst>
            <pc:docMk/>
            <pc:sldMk cId="973338116" sldId="257"/>
            <ac:spMk id="31" creationId="{9A1AA767-A091-714F-EE39-6D333BA00C22}"/>
          </ac:spMkLst>
        </pc:spChg>
        <pc:picChg chg="add del mod">
          <ac:chgData name="김 동남" userId="e1c38d99-2d63-4cf1-b0fa-2dc7b47f530c" providerId="ADAL" clId="{8D261596-5B83-4369-A5C5-5C2FE3310F62}" dt="2023-11-22T05:45:04.954" v="140" actId="478"/>
          <ac:picMkLst>
            <pc:docMk/>
            <pc:sldMk cId="973338116" sldId="257"/>
            <ac:picMk id="3" creationId="{2564F8FC-5540-FA44-DCEB-AE45406C3889}"/>
          </ac:picMkLst>
        </pc:picChg>
        <pc:picChg chg="add mod">
          <ac:chgData name="김 동남" userId="e1c38d99-2d63-4cf1-b0fa-2dc7b47f530c" providerId="ADAL" clId="{8D261596-5B83-4369-A5C5-5C2FE3310F62}" dt="2023-11-22T05:59:55.004" v="572" actId="1076"/>
          <ac:picMkLst>
            <pc:docMk/>
            <pc:sldMk cId="973338116" sldId="257"/>
            <ac:picMk id="7" creationId="{39209CB8-A32E-8687-BBCB-32BAED2D389A}"/>
          </ac:picMkLst>
        </pc:picChg>
        <pc:picChg chg="add mod">
          <ac:chgData name="김 동남" userId="e1c38d99-2d63-4cf1-b0fa-2dc7b47f530c" providerId="ADAL" clId="{8D261596-5B83-4369-A5C5-5C2FE3310F62}" dt="2023-11-22T05:59:07.887" v="556" actId="1076"/>
          <ac:picMkLst>
            <pc:docMk/>
            <pc:sldMk cId="973338116" sldId="257"/>
            <ac:picMk id="9" creationId="{1ADBADF6-D456-61D2-B6C4-C979DFC3C031}"/>
          </ac:picMkLst>
        </pc:picChg>
        <pc:picChg chg="del">
          <ac:chgData name="김 동남" userId="e1c38d99-2d63-4cf1-b0fa-2dc7b47f530c" providerId="ADAL" clId="{8D261596-5B83-4369-A5C5-5C2FE3310F62}" dt="2023-11-22T05:32:27.263" v="1" actId="478"/>
          <ac:picMkLst>
            <pc:docMk/>
            <pc:sldMk cId="973338116" sldId="257"/>
            <ac:picMk id="10" creationId="{E8650B6D-7A43-3A44-4E20-8BB4318F4AC4}"/>
          </ac:picMkLst>
        </pc:picChg>
        <pc:picChg chg="add mod">
          <ac:chgData name="김 동남" userId="e1c38d99-2d63-4cf1-b0fa-2dc7b47f530c" providerId="ADAL" clId="{8D261596-5B83-4369-A5C5-5C2FE3310F62}" dt="2023-11-22T05:59:19.622" v="560" actId="1076"/>
          <ac:picMkLst>
            <pc:docMk/>
            <pc:sldMk cId="973338116" sldId="257"/>
            <ac:picMk id="17" creationId="{5CF755E6-8157-78BD-DD91-27DA5E8C824C}"/>
          </ac:picMkLst>
        </pc:picChg>
        <pc:picChg chg="del">
          <ac:chgData name="김 동남" userId="e1c38d99-2d63-4cf1-b0fa-2dc7b47f530c" providerId="ADAL" clId="{8D261596-5B83-4369-A5C5-5C2FE3310F62}" dt="2023-11-22T05:32:27.263" v="1" actId="478"/>
          <ac:picMkLst>
            <pc:docMk/>
            <pc:sldMk cId="973338116" sldId="257"/>
            <ac:picMk id="21" creationId="{9709A0A8-C7D8-64BD-CF19-BA0E20EF4F89}"/>
          </ac:picMkLst>
        </pc:picChg>
        <pc:picChg chg="del">
          <ac:chgData name="김 동남" userId="e1c38d99-2d63-4cf1-b0fa-2dc7b47f530c" providerId="ADAL" clId="{8D261596-5B83-4369-A5C5-5C2FE3310F62}" dt="2023-11-22T05:32:27.263" v="1" actId="478"/>
          <ac:picMkLst>
            <pc:docMk/>
            <pc:sldMk cId="973338116" sldId="257"/>
            <ac:picMk id="26" creationId="{27965D57-CFFB-AA52-3F2F-72F6FE115002}"/>
          </ac:picMkLst>
        </pc:picChg>
        <pc:cxnChg chg="del">
          <ac:chgData name="김 동남" userId="e1c38d99-2d63-4cf1-b0fa-2dc7b47f530c" providerId="ADAL" clId="{8D261596-5B83-4369-A5C5-5C2FE3310F62}" dt="2023-11-22T05:32:27.263" v="1" actId="478"/>
          <ac:cxnSpMkLst>
            <pc:docMk/>
            <pc:sldMk cId="973338116" sldId="257"/>
            <ac:cxnSpMk id="15" creationId="{282A5A79-DE12-2C75-8A58-25ED15F62CB7}"/>
          </ac:cxnSpMkLst>
        </pc:cxnChg>
        <pc:cxnChg chg="del">
          <ac:chgData name="김 동남" userId="e1c38d99-2d63-4cf1-b0fa-2dc7b47f530c" providerId="ADAL" clId="{8D261596-5B83-4369-A5C5-5C2FE3310F62}" dt="2023-11-22T05:32:27.263" v="1" actId="478"/>
          <ac:cxnSpMkLst>
            <pc:docMk/>
            <pc:sldMk cId="973338116" sldId="257"/>
            <ac:cxnSpMk id="16" creationId="{7C91C2D0-F965-5081-A3BD-0E2DDBAB8D2D}"/>
          </ac:cxnSpMkLst>
        </pc:cxnChg>
        <pc:cxnChg chg="del">
          <ac:chgData name="김 동남" userId="e1c38d99-2d63-4cf1-b0fa-2dc7b47f530c" providerId="ADAL" clId="{8D261596-5B83-4369-A5C5-5C2FE3310F62}" dt="2023-11-22T05:32:27.263" v="1" actId="478"/>
          <ac:cxnSpMkLst>
            <pc:docMk/>
            <pc:sldMk cId="973338116" sldId="257"/>
            <ac:cxnSpMk id="23" creationId="{153DBEC1-3DE4-3763-C5E2-A53C49A3A418}"/>
          </ac:cxnSpMkLst>
        </pc:cxnChg>
        <pc:cxnChg chg="del">
          <ac:chgData name="김 동남" userId="e1c38d99-2d63-4cf1-b0fa-2dc7b47f530c" providerId="ADAL" clId="{8D261596-5B83-4369-A5C5-5C2FE3310F62}" dt="2023-11-22T05:32:27.263" v="1" actId="478"/>
          <ac:cxnSpMkLst>
            <pc:docMk/>
            <pc:sldMk cId="973338116" sldId="257"/>
            <ac:cxnSpMk id="24" creationId="{E82AB60B-EF7D-2765-760F-A2D6527D56B2}"/>
          </ac:cxnSpMkLst>
        </pc:cxnChg>
        <pc:cxnChg chg="del">
          <ac:chgData name="김 동남" userId="e1c38d99-2d63-4cf1-b0fa-2dc7b47f530c" providerId="ADAL" clId="{8D261596-5B83-4369-A5C5-5C2FE3310F62}" dt="2023-11-22T05:32:27.263" v="1" actId="478"/>
          <ac:cxnSpMkLst>
            <pc:docMk/>
            <pc:sldMk cId="973338116" sldId="257"/>
            <ac:cxnSpMk id="28" creationId="{C8F2A2D2-9752-BC38-3E70-17CEDE45FAFB}"/>
          </ac:cxnSpMkLst>
        </pc:cxnChg>
        <pc:cxnChg chg="del">
          <ac:chgData name="김 동남" userId="e1c38d99-2d63-4cf1-b0fa-2dc7b47f530c" providerId="ADAL" clId="{8D261596-5B83-4369-A5C5-5C2FE3310F62}" dt="2023-11-22T05:32:27.263" v="1" actId="478"/>
          <ac:cxnSpMkLst>
            <pc:docMk/>
            <pc:sldMk cId="973338116" sldId="257"/>
            <ac:cxnSpMk id="29" creationId="{0B4722AF-A49D-B5BC-F2A1-68F33FF8ECF7}"/>
          </ac:cxnSpMkLst>
        </pc:cxnChg>
        <pc:cxnChg chg="add mod">
          <ac:chgData name="김 동남" userId="e1c38d99-2d63-4cf1-b0fa-2dc7b47f530c" providerId="ADAL" clId="{8D261596-5B83-4369-A5C5-5C2FE3310F62}" dt="2023-11-22T06:49:01.625" v="2792" actId="1582"/>
          <ac:cxnSpMkLst>
            <pc:docMk/>
            <pc:sldMk cId="973338116" sldId="257"/>
            <ac:cxnSpMk id="30" creationId="{4B7E5F41-345E-8089-62F4-E499D74A54F7}"/>
          </ac:cxnSpMkLst>
        </pc:cxnChg>
        <pc:cxnChg chg="add mod">
          <ac:chgData name="김 동남" userId="e1c38d99-2d63-4cf1-b0fa-2dc7b47f530c" providerId="ADAL" clId="{8D261596-5B83-4369-A5C5-5C2FE3310F62}" dt="2023-11-22T06:49:23.522" v="2805" actId="1036"/>
          <ac:cxnSpMkLst>
            <pc:docMk/>
            <pc:sldMk cId="973338116" sldId="257"/>
            <ac:cxnSpMk id="32" creationId="{2880340D-3B34-9CC6-0A6A-6B456163F7BD}"/>
          </ac:cxnSpMkLst>
        </pc:cxnChg>
        <pc:cxnChg chg="del">
          <ac:chgData name="김 동남" userId="e1c38d99-2d63-4cf1-b0fa-2dc7b47f530c" providerId="ADAL" clId="{8D261596-5B83-4369-A5C5-5C2FE3310F62}" dt="2023-11-22T05:32:27.263" v="1" actId="478"/>
          <ac:cxnSpMkLst>
            <pc:docMk/>
            <pc:sldMk cId="973338116" sldId="257"/>
            <ac:cxnSpMk id="34" creationId="{74E08179-6B26-512A-43FE-7EE69EF89878}"/>
          </ac:cxnSpMkLst>
        </pc:cxnChg>
        <pc:cxnChg chg="del">
          <ac:chgData name="김 동남" userId="e1c38d99-2d63-4cf1-b0fa-2dc7b47f530c" providerId="ADAL" clId="{8D261596-5B83-4369-A5C5-5C2FE3310F62}" dt="2023-11-22T05:32:27.263" v="1" actId="478"/>
          <ac:cxnSpMkLst>
            <pc:docMk/>
            <pc:sldMk cId="973338116" sldId="257"/>
            <ac:cxnSpMk id="35" creationId="{381B3C1C-2DAF-4329-8779-2EFEA86F871A}"/>
          </ac:cxnSpMkLst>
        </pc:cxnChg>
      </pc:sldChg>
      <pc:sldChg chg="addSp delSp modSp add mod">
        <pc:chgData name="김 동남" userId="e1c38d99-2d63-4cf1-b0fa-2dc7b47f530c" providerId="ADAL" clId="{8D261596-5B83-4369-A5C5-5C2FE3310F62}" dt="2023-11-22T06:49:34.695" v="2807" actId="571"/>
        <pc:sldMkLst>
          <pc:docMk/>
          <pc:sldMk cId="1286359785" sldId="258"/>
        </pc:sldMkLst>
        <pc:spChg chg="mod">
          <ac:chgData name="김 동남" userId="e1c38d99-2d63-4cf1-b0fa-2dc7b47f530c" providerId="ADAL" clId="{8D261596-5B83-4369-A5C5-5C2FE3310F62}" dt="2023-11-22T06:26:21.450" v="1946" actId="1037"/>
          <ac:spMkLst>
            <pc:docMk/>
            <pc:sldMk cId="1286359785" sldId="258"/>
            <ac:spMk id="4" creationId="{0C426605-3FD0-5814-BFC5-8458C09CF878}"/>
          </ac:spMkLst>
        </pc:spChg>
        <pc:spChg chg="mod">
          <ac:chgData name="김 동남" userId="e1c38d99-2d63-4cf1-b0fa-2dc7b47f530c" providerId="ADAL" clId="{8D261596-5B83-4369-A5C5-5C2FE3310F62}" dt="2023-11-22T06:26:26.706" v="1947" actId="1076"/>
          <ac:spMkLst>
            <pc:docMk/>
            <pc:sldMk cId="1286359785" sldId="258"/>
            <ac:spMk id="5" creationId="{1943EAA8-4EB8-8AE5-8B31-FF9968A6B868}"/>
          </ac:spMkLst>
        </pc:spChg>
        <pc:spChg chg="add mod">
          <ac:chgData name="김 동남" userId="e1c38d99-2d63-4cf1-b0fa-2dc7b47f530c" providerId="ADAL" clId="{8D261596-5B83-4369-A5C5-5C2FE3310F62}" dt="2023-11-22T06:13:07.941" v="1676" actId="1036"/>
          <ac:spMkLst>
            <pc:docMk/>
            <pc:sldMk cId="1286359785" sldId="258"/>
            <ac:spMk id="6" creationId="{1B5A9385-304C-AB85-853D-3E45C27E4A59}"/>
          </ac:spMkLst>
        </pc:spChg>
        <pc:spChg chg="add mod">
          <ac:chgData name="김 동남" userId="e1c38d99-2d63-4cf1-b0fa-2dc7b47f530c" providerId="ADAL" clId="{8D261596-5B83-4369-A5C5-5C2FE3310F62}" dt="2023-11-22T06:13:19.488" v="1679" actId="115"/>
          <ac:spMkLst>
            <pc:docMk/>
            <pc:sldMk cId="1286359785" sldId="258"/>
            <ac:spMk id="8" creationId="{CB8711A5-B7A5-46A4-3426-C9B03E866778}"/>
          </ac:spMkLst>
        </pc:spChg>
        <pc:spChg chg="del">
          <ac:chgData name="김 동남" userId="e1c38d99-2d63-4cf1-b0fa-2dc7b47f530c" providerId="ADAL" clId="{8D261596-5B83-4369-A5C5-5C2FE3310F62}" dt="2023-11-22T06:09:06.935" v="856" actId="478"/>
          <ac:spMkLst>
            <pc:docMk/>
            <pc:sldMk cId="1286359785" sldId="258"/>
            <ac:spMk id="12" creationId="{02D9C07F-C937-69AC-1F25-8D32BA437162}"/>
          </ac:spMkLst>
        </pc:spChg>
        <pc:spChg chg="del">
          <ac:chgData name="김 동남" userId="e1c38d99-2d63-4cf1-b0fa-2dc7b47f530c" providerId="ADAL" clId="{8D261596-5B83-4369-A5C5-5C2FE3310F62}" dt="2023-11-22T06:09:06.935" v="856" actId="478"/>
          <ac:spMkLst>
            <pc:docMk/>
            <pc:sldMk cId="1286359785" sldId="258"/>
            <ac:spMk id="13" creationId="{3DA6CA53-E35F-A26B-D429-14EB8F317E0B}"/>
          </ac:spMkLst>
        </pc:spChg>
        <pc:spChg chg="add mod">
          <ac:chgData name="김 동남" userId="e1c38d99-2d63-4cf1-b0fa-2dc7b47f530c" providerId="ADAL" clId="{8D261596-5B83-4369-A5C5-5C2FE3310F62}" dt="2023-11-22T06:45:20.231" v="2588" actId="1076"/>
          <ac:spMkLst>
            <pc:docMk/>
            <pc:sldMk cId="1286359785" sldId="258"/>
            <ac:spMk id="14" creationId="{20BB24C9-3C10-5F85-FD0F-A73749D7F840}"/>
          </ac:spMkLst>
        </pc:spChg>
        <pc:spChg chg="add mod">
          <ac:chgData name="김 동남" userId="e1c38d99-2d63-4cf1-b0fa-2dc7b47f530c" providerId="ADAL" clId="{8D261596-5B83-4369-A5C5-5C2FE3310F62}" dt="2023-11-22T06:46:35.793" v="2756" actId="20577"/>
          <ac:spMkLst>
            <pc:docMk/>
            <pc:sldMk cId="1286359785" sldId="258"/>
            <ac:spMk id="15" creationId="{1CB7D0B5-8C0D-7D62-62FE-472F6F0E7B40}"/>
          </ac:spMkLst>
        </pc:spChg>
        <pc:spChg chg="del">
          <ac:chgData name="김 동남" userId="e1c38d99-2d63-4cf1-b0fa-2dc7b47f530c" providerId="ADAL" clId="{8D261596-5B83-4369-A5C5-5C2FE3310F62}" dt="2023-11-22T06:09:06.935" v="856" actId="478"/>
          <ac:spMkLst>
            <pc:docMk/>
            <pc:sldMk cId="1286359785" sldId="258"/>
            <ac:spMk id="18" creationId="{E2D80B38-BE8F-0AC3-3AC8-4A6E0A3C5A99}"/>
          </ac:spMkLst>
        </pc:spChg>
        <pc:spChg chg="mod">
          <ac:chgData name="김 동남" userId="e1c38d99-2d63-4cf1-b0fa-2dc7b47f530c" providerId="ADAL" clId="{8D261596-5B83-4369-A5C5-5C2FE3310F62}" dt="2023-11-22T06:48:08.855" v="2786" actId="115"/>
          <ac:spMkLst>
            <pc:docMk/>
            <pc:sldMk cId="1286359785" sldId="258"/>
            <ac:spMk id="19" creationId="{DEF1A3BC-B1F7-19C9-9638-F8AE0FC745AD}"/>
          </ac:spMkLst>
        </pc:spChg>
        <pc:spChg chg="del">
          <ac:chgData name="김 동남" userId="e1c38d99-2d63-4cf1-b0fa-2dc7b47f530c" providerId="ADAL" clId="{8D261596-5B83-4369-A5C5-5C2FE3310F62}" dt="2023-11-22T06:09:06.935" v="856" actId="478"/>
          <ac:spMkLst>
            <pc:docMk/>
            <pc:sldMk cId="1286359785" sldId="258"/>
            <ac:spMk id="20" creationId="{8DC50420-D95D-13B4-694E-C19E3E075982}"/>
          </ac:spMkLst>
        </pc:spChg>
        <pc:spChg chg="add mod">
          <ac:chgData name="김 동남" userId="e1c38d99-2d63-4cf1-b0fa-2dc7b47f530c" providerId="ADAL" clId="{8D261596-5B83-4369-A5C5-5C2FE3310F62}" dt="2023-11-22T06:46:43.183" v="2757" actId="1076"/>
          <ac:spMkLst>
            <pc:docMk/>
            <pc:sldMk cId="1286359785" sldId="258"/>
            <ac:spMk id="22" creationId="{54596CF2-37F1-8C2A-FE3C-BFBE5B1B0E35}"/>
          </ac:spMkLst>
        </pc:spChg>
        <pc:spChg chg="add mod">
          <ac:chgData name="김 동남" userId="e1c38d99-2d63-4cf1-b0fa-2dc7b47f530c" providerId="ADAL" clId="{8D261596-5B83-4369-A5C5-5C2FE3310F62}" dt="2023-11-22T06:46:43.183" v="2757" actId="1076"/>
          <ac:spMkLst>
            <pc:docMk/>
            <pc:sldMk cId="1286359785" sldId="258"/>
            <ac:spMk id="23" creationId="{A19069F7-7729-A460-6DFA-142B79AC94C1}"/>
          </ac:spMkLst>
        </pc:spChg>
        <pc:picChg chg="add mod">
          <ac:chgData name="김 동남" userId="e1c38d99-2d63-4cf1-b0fa-2dc7b47f530c" providerId="ADAL" clId="{8D261596-5B83-4369-A5C5-5C2FE3310F62}" dt="2023-11-22T06:26:21.450" v="1946" actId="1037"/>
          <ac:picMkLst>
            <pc:docMk/>
            <pc:sldMk cId="1286359785" sldId="258"/>
            <ac:picMk id="3" creationId="{F0F35295-35AF-22C1-D5D0-9CEAA02BF939}"/>
          </ac:picMkLst>
        </pc:picChg>
        <pc:picChg chg="del">
          <ac:chgData name="김 동남" userId="e1c38d99-2d63-4cf1-b0fa-2dc7b47f530c" providerId="ADAL" clId="{8D261596-5B83-4369-A5C5-5C2FE3310F62}" dt="2023-11-22T06:06:34.665" v="738" actId="478"/>
          <ac:picMkLst>
            <pc:docMk/>
            <pc:sldMk cId="1286359785" sldId="258"/>
            <ac:picMk id="7" creationId="{39209CB8-A32E-8687-BBCB-32BAED2D389A}"/>
          </ac:picMkLst>
        </pc:picChg>
        <pc:picChg chg="del">
          <ac:chgData name="김 동남" userId="e1c38d99-2d63-4cf1-b0fa-2dc7b47f530c" providerId="ADAL" clId="{8D261596-5B83-4369-A5C5-5C2FE3310F62}" dt="2023-11-22T06:09:06.935" v="856" actId="478"/>
          <ac:picMkLst>
            <pc:docMk/>
            <pc:sldMk cId="1286359785" sldId="258"/>
            <ac:picMk id="9" creationId="{1ADBADF6-D456-61D2-B6C4-C979DFC3C031}"/>
          </ac:picMkLst>
        </pc:picChg>
        <pc:picChg chg="add mod">
          <ac:chgData name="김 동남" userId="e1c38d99-2d63-4cf1-b0fa-2dc7b47f530c" providerId="ADAL" clId="{8D261596-5B83-4369-A5C5-5C2FE3310F62}" dt="2023-11-22T06:24:37.836" v="1862" actId="14100"/>
          <ac:picMkLst>
            <pc:docMk/>
            <pc:sldMk cId="1286359785" sldId="258"/>
            <ac:picMk id="11" creationId="{9071F8C0-9268-8AFD-7B36-355951938686}"/>
          </ac:picMkLst>
        </pc:picChg>
        <pc:picChg chg="del">
          <ac:chgData name="김 동남" userId="e1c38d99-2d63-4cf1-b0fa-2dc7b47f530c" providerId="ADAL" clId="{8D261596-5B83-4369-A5C5-5C2FE3310F62}" dt="2023-11-22T06:09:06.935" v="856" actId="478"/>
          <ac:picMkLst>
            <pc:docMk/>
            <pc:sldMk cId="1286359785" sldId="258"/>
            <ac:picMk id="17" creationId="{5CF755E6-8157-78BD-DD91-27DA5E8C824C}"/>
          </ac:picMkLst>
        </pc:picChg>
        <pc:picChg chg="add mod">
          <ac:chgData name="김 동남" userId="e1c38d99-2d63-4cf1-b0fa-2dc7b47f530c" providerId="ADAL" clId="{8D261596-5B83-4369-A5C5-5C2FE3310F62}" dt="2023-11-22T06:24:42.313" v="1863" actId="14100"/>
          <ac:picMkLst>
            <pc:docMk/>
            <pc:sldMk cId="1286359785" sldId="258"/>
            <ac:picMk id="21" creationId="{537AC0E3-AE1B-32D2-CBF2-4D5009693ABC}"/>
          </ac:picMkLst>
        </pc:picChg>
        <pc:cxnChg chg="add mod">
          <ac:chgData name="김 동남" userId="e1c38d99-2d63-4cf1-b0fa-2dc7b47f530c" providerId="ADAL" clId="{8D261596-5B83-4369-A5C5-5C2FE3310F62}" dt="2023-11-22T06:49:29.955" v="2806"/>
          <ac:cxnSpMkLst>
            <pc:docMk/>
            <pc:sldMk cId="1286359785" sldId="258"/>
            <ac:cxnSpMk id="24" creationId="{2E64EAD0-25AE-20A0-8E41-B9D17B810A24}"/>
          </ac:cxnSpMkLst>
        </pc:cxnChg>
        <pc:cxnChg chg="add mod">
          <ac:chgData name="김 동남" userId="e1c38d99-2d63-4cf1-b0fa-2dc7b47f530c" providerId="ADAL" clId="{8D261596-5B83-4369-A5C5-5C2FE3310F62}" dt="2023-11-22T06:49:34.695" v="2807" actId="571"/>
          <ac:cxnSpMkLst>
            <pc:docMk/>
            <pc:sldMk cId="1286359785" sldId="258"/>
            <ac:cxnSpMk id="25" creationId="{B66FC83F-C05A-96F0-312D-D5BB62555EB4}"/>
          </ac:cxnSpMkLst>
        </pc:cxnChg>
      </pc:sldChg>
      <pc:sldChg chg="addSp delSp modSp add mod">
        <pc:chgData name="김 동남" userId="e1c38d99-2d63-4cf1-b0fa-2dc7b47f530c" providerId="ADAL" clId="{8D261596-5B83-4369-A5C5-5C2FE3310F62}" dt="2023-11-22T06:49:52.280" v="2815" actId="571"/>
        <pc:sldMkLst>
          <pc:docMk/>
          <pc:sldMk cId="117975839" sldId="259"/>
        </pc:sldMkLst>
        <pc:spChg chg="mod">
          <ac:chgData name="김 동남" userId="e1c38d99-2d63-4cf1-b0fa-2dc7b47f530c" providerId="ADAL" clId="{8D261596-5B83-4369-A5C5-5C2FE3310F62}" dt="2023-11-22T06:49:42.646" v="2814" actId="1036"/>
          <ac:spMkLst>
            <pc:docMk/>
            <pc:sldMk cId="117975839" sldId="259"/>
            <ac:spMk id="4" creationId="{0C426605-3FD0-5814-BFC5-8458C09CF878}"/>
          </ac:spMkLst>
        </pc:spChg>
        <pc:spChg chg="del">
          <ac:chgData name="김 동남" userId="e1c38d99-2d63-4cf1-b0fa-2dc7b47f530c" providerId="ADAL" clId="{8D261596-5B83-4369-A5C5-5C2FE3310F62}" dt="2023-11-22T06:32:37.416" v="1971" actId="478"/>
          <ac:spMkLst>
            <pc:docMk/>
            <pc:sldMk cId="117975839" sldId="259"/>
            <ac:spMk id="5" creationId="{1943EAA8-4EB8-8AE5-8B31-FF9968A6B868}"/>
          </ac:spMkLst>
        </pc:spChg>
        <pc:spChg chg="mod">
          <ac:chgData name="김 동남" userId="e1c38d99-2d63-4cf1-b0fa-2dc7b47f530c" providerId="ADAL" clId="{8D261596-5B83-4369-A5C5-5C2FE3310F62}" dt="2023-11-22T06:36:34.518" v="2411" actId="1076"/>
          <ac:spMkLst>
            <pc:docMk/>
            <pc:sldMk cId="117975839" sldId="259"/>
            <ac:spMk id="6" creationId="{1B5A9385-304C-AB85-853D-3E45C27E4A59}"/>
          </ac:spMkLst>
        </pc:spChg>
        <pc:spChg chg="mod">
          <ac:chgData name="김 동남" userId="e1c38d99-2d63-4cf1-b0fa-2dc7b47f530c" providerId="ADAL" clId="{8D261596-5B83-4369-A5C5-5C2FE3310F62}" dt="2023-11-22T06:36:34.518" v="2411" actId="1076"/>
          <ac:spMkLst>
            <pc:docMk/>
            <pc:sldMk cId="117975839" sldId="259"/>
            <ac:spMk id="8" creationId="{CB8711A5-B7A5-46A4-3426-C9B03E866778}"/>
          </ac:spMkLst>
        </pc:spChg>
        <pc:spChg chg="add mod">
          <ac:chgData name="김 동남" userId="e1c38d99-2d63-4cf1-b0fa-2dc7b47f530c" providerId="ADAL" clId="{8D261596-5B83-4369-A5C5-5C2FE3310F62}" dt="2023-11-22T06:49:42.646" v="2814" actId="1036"/>
          <ac:spMkLst>
            <pc:docMk/>
            <pc:sldMk cId="117975839" sldId="259"/>
            <ac:spMk id="9" creationId="{F1E9B456-0DBB-5CFC-8455-22945A208272}"/>
          </ac:spMkLst>
        </pc:spChg>
        <pc:spChg chg="mod">
          <ac:chgData name="김 동남" userId="e1c38d99-2d63-4cf1-b0fa-2dc7b47f530c" providerId="ADAL" clId="{8D261596-5B83-4369-A5C5-5C2FE3310F62}" dt="2023-11-22T06:47:04.974" v="2764" actId="1076"/>
          <ac:spMkLst>
            <pc:docMk/>
            <pc:sldMk cId="117975839" sldId="259"/>
            <ac:spMk id="14" creationId="{20BB24C9-3C10-5F85-FD0F-A73749D7F840}"/>
          </ac:spMkLst>
        </pc:spChg>
        <pc:spChg chg="mod">
          <ac:chgData name="김 동남" userId="e1c38d99-2d63-4cf1-b0fa-2dc7b47f530c" providerId="ADAL" clId="{8D261596-5B83-4369-A5C5-5C2FE3310F62}" dt="2023-11-22T06:47:52.373" v="2785" actId="20577"/>
          <ac:spMkLst>
            <pc:docMk/>
            <pc:sldMk cId="117975839" sldId="259"/>
            <ac:spMk id="15" creationId="{1CB7D0B5-8C0D-7D62-62FE-472F6F0E7B40}"/>
          </ac:spMkLst>
        </pc:spChg>
        <pc:spChg chg="mod">
          <ac:chgData name="김 동남" userId="e1c38d99-2d63-4cf1-b0fa-2dc7b47f530c" providerId="ADAL" clId="{8D261596-5B83-4369-A5C5-5C2FE3310F62}" dt="2023-11-22T06:48:18.981" v="2788" actId="115"/>
          <ac:spMkLst>
            <pc:docMk/>
            <pc:sldMk cId="117975839" sldId="259"/>
            <ac:spMk id="19" creationId="{DEF1A3BC-B1F7-19C9-9638-F8AE0FC745AD}"/>
          </ac:spMkLst>
        </pc:spChg>
        <pc:spChg chg="mod">
          <ac:chgData name="김 동남" userId="e1c38d99-2d63-4cf1-b0fa-2dc7b47f530c" providerId="ADAL" clId="{8D261596-5B83-4369-A5C5-5C2FE3310F62}" dt="2023-11-22T06:47:16.258" v="2767" actId="1076"/>
          <ac:spMkLst>
            <pc:docMk/>
            <pc:sldMk cId="117975839" sldId="259"/>
            <ac:spMk id="22" creationId="{54596CF2-37F1-8C2A-FE3C-BFBE5B1B0E35}"/>
          </ac:spMkLst>
        </pc:spChg>
        <pc:spChg chg="mod">
          <ac:chgData name="김 동남" userId="e1c38d99-2d63-4cf1-b0fa-2dc7b47f530c" providerId="ADAL" clId="{8D261596-5B83-4369-A5C5-5C2FE3310F62}" dt="2023-11-22T06:47:51.134" v="2784" actId="20577"/>
          <ac:spMkLst>
            <pc:docMk/>
            <pc:sldMk cId="117975839" sldId="259"/>
            <ac:spMk id="23" creationId="{A19069F7-7729-A460-6DFA-142B79AC94C1}"/>
          </ac:spMkLst>
        </pc:spChg>
        <pc:picChg chg="del">
          <ac:chgData name="김 동남" userId="e1c38d99-2d63-4cf1-b0fa-2dc7b47f530c" providerId="ADAL" clId="{8D261596-5B83-4369-A5C5-5C2FE3310F62}" dt="2023-11-22T06:30:20.415" v="1949" actId="478"/>
          <ac:picMkLst>
            <pc:docMk/>
            <pc:sldMk cId="117975839" sldId="259"/>
            <ac:picMk id="3" creationId="{F0F35295-35AF-22C1-D5D0-9CEAA02BF939}"/>
          </ac:picMkLst>
        </pc:picChg>
        <pc:picChg chg="add mod">
          <ac:chgData name="김 동남" userId="e1c38d99-2d63-4cf1-b0fa-2dc7b47f530c" providerId="ADAL" clId="{8D261596-5B83-4369-A5C5-5C2FE3310F62}" dt="2023-11-22T06:49:42.646" v="2814" actId="1036"/>
          <ac:picMkLst>
            <pc:docMk/>
            <pc:sldMk cId="117975839" sldId="259"/>
            <ac:picMk id="7" creationId="{7EC1F84E-6132-2C7F-805B-CB4A460965EC}"/>
          </ac:picMkLst>
        </pc:picChg>
        <pc:picChg chg="add mod">
          <ac:chgData name="김 동남" userId="e1c38d99-2d63-4cf1-b0fa-2dc7b47f530c" providerId="ADAL" clId="{8D261596-5B83-4369-A5C5-5C2FE3310F62}" dt="2023-11-22T06:37:25.787" v="2444" actId="14100"/>
          <ac:picMkLst>
            <pc:docMk/>
            <pc:sldMk cId="117975839" sldId="259"/>
            <ac:picMk id="10" creationId="{3D3BE10A-B873-DBD4-6A31-D1EAC5A081DD}"/>
          </ac:picMkLst>
        </pc:picChg>
        <pc:picChg chg="del">
          <ac:chgData name="김 동남" userId="e1c38d99-2d63-4cf1-b0fa-2dc7b47f530c" providerId="ADAL" clId="{8D261596-5B83-4369-A5C5-5C2FE3310F62}" dt="2023-11-22T06:37:09.743" v="2440" actId="478"/>
          <ac:picMkLst>
            <pc:docMk/>
            <pc:sldMk cId="117975839" sldId="259"/>
            <ac:picMk id="11" creationId="{9071F8C0-9268-8AFD-7B36-355951938686}"/>
          </ac:picMkLst>
        </pc:picChg>
        <pc:picChg chg="add del mod">
          <ac:chgData name="김 동남" userId="e1c38d99-2d63-4cf1-b0fa-2dc7b47f530c" providerId="ADAL" clId="{8D261596-5B83-4369-A5C5-5C2FE3310F62}" dt="2023-11-22T06:39:41.295" v="2536" actId="1076"/>
          <ac:picMkLst>
            <pc:docMk/>
            <pc:sldMk cId="117975839" sldId="259"/>
            <ac:picMk id="12" creationId="{D16EC561-D325-EB78-7FDA-52862B7A2B3F}"/>
          </ac:picMkLst>
        </pc:picChg>
        <pc:picChg chg="del">
          <ac:chgData name="김 동남" userId="e1c38d99-2d63-4cf1-b0fa-2dc7b47f530c" providerId="ADAL" clId="{8D261596-5B83-4369-A5C5-5C2FE3310F62}" dt="2023-11-22T06:37:28.149" v="2445" actId="478"/>
          <ac:picMkLst>
            <pc:docMk/>
            <pc:sldMk cId="117975839" sldId="259"/>
            <ac:picMk id="21" creationId="{537AC0E3-AE1B-32D2-CBF2-4D5009693ABC}"/>
          </ac:picMkLst>
        </pc:picChg>
        <pc:cxnChg chg="add mod">
          <ac:chgData name="김 동남" userId="e1c38d99-2d63-4cf1-b0fa-2dc7b47f530c" providerId="ADAL" clId="{8D261596-5B83-4369-A5C5-5C2FE3310F62}" dt="2023-11-22T06:49:37.908" v="2808"/>
          <ac:cxnSpMkLst>
            <pc:docMk/>
            <pc:sldMk cId="117975839" sldId="259"/>
            <ac:cxnSpMk id="13" creationId="{FA701F2F-CA02-252C-0303-66834DC6EFE6}"/>
          </ac:cxnSpMkLst>
        </pc:cxnChg>
        <pc:cxnChg chg="add mod">
          <ac:chgData name="김 동남" userId="e1c38d99-2d63-4cf1-b0fa-2dc7b47f530c" providerId="ADAL" clId="{8D261596-5B83-4369-A5C5-5C2FE3310F62}" dt="2023-11-22T06:49:52.280" v="2815" actId="571"/>
          <ac:cxnSpMkLst>
            <pc:docMk/>
            <pc:sldMk cId="117975839" sldId="259"/>
            <ac:cxnSpMk id="16" creationId="{8528C4A1-B4EB-062C-C064-D65BEF0BD90D}"/>
          </ac:cxnSpMkLst>
        </pc:cxn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84871" cy="502676"/>
          </a:xfrm>
          <a:prstGeom prst="rect">
            <a:avLst/>
          </a:prstGeom>
        </p:spPr>
        <p:txBody>
          <a:bodyPr vert="horz" lIns="96606" tIns="48303" rIns="96606" bIns="48303" rtlCol="0"/>
          <a:lstStyle>
            <a:lvl1pPr algn="l">
              <a:defRPr sz="13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901698" y="0"/>
            <a:ext cx="2984871" cy="502676"/>
          </a:xfrm>
          <a:prstGeom prst="rect">
            <a:avLst/>
          </a:prstGeom>
        </p:spPr>
        <p:txBody>
          <a:bodyPr vert="horz" lIns="96606" tIns="48303" rIns="96606" bIns="48303" rtlCol="0"/>
          <a:lstStyle>
            <a:lvl1pPr algn="r">
              <a:defRPr sz="1300"/>
            </a:lvl1pPr>
          </a:lstStyle>
          <a:p>
            <a:fld id="{49D8103E-F4B5-46B1-946B-CBCF4FECADF4}" type="datetimeFigureOut">
              <a:rPr lang="ko-KR" altLang="en-US" smtClean="0"/>
              <a:t>2024-02-06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439738" y="1252538"/>
            <a:ext cx="6008687" cy="33813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06" tIns="48303" rIns="96606" bIns="48303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8817" y="4821506"/>
            <a:ext cx="5510530" cy="3944868"/>
          </a:xfrm>
          <a:prstGeom prst="rect">
            <a:avLst/>
          </a:prstGeom>
        </p:spPr>
        <p:txBody>
          <a:bodyPr vert="horz" lIns="96606" tIns="48303" rIns="96606" bIns="48303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516039"/>
            <a:ext cx="2984871" cy="502674"/>
          </a:xfrm>
          <a:prstGeom prst="rect">
            <a:avLst/>
          </a:prstGeom>
        </p:spPr>
        <p:txBody>
          <a:bodyPr vert="horz" lIns="96606" tIns="48303" rIns="96606" bIns="48303" rtlCol="0" anchor="b"/>
          <a:lstStyle>
            <a:lvl1pPr algn="l">
              <a:defRPr sz="13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901698" y="9516039"/>
            <a:ext cx="2984871" cy="502674"/>
          </a:xfrm>
          <a:prstGeom prst="rect">
            <a:avLst/>
          </a:prstGeom>
        </p:spPr>
        <p:txBody>
          <a:bodyPr vert="horz" lIns="96606" tIns="48303" rIns="96606" bIns="48303" rtlCol="0" anchor="b"/>
          <a:lstStyle>
            <a:lvl1pPr algn="r">
              <a:defRPr sz="1300"/>
            </a:lvl1pPr>
          </a:lstStyle>
          <a:p>
            <a:fld id="{3BBFEDD9-2EA5-4E58-BEE5-9DADADA466D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759338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C826CBE-FC90-77D4-C67A-39F5FFA041C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D375908-F20F-4D65-9A81-64A2BB0BC7AA}" type="datetimeFigureOut">
              <a:rPr lang="ko-KR" altLang="en-US" smtClean="0"/>
              <a:t>2024-02-06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3150897-0451-32C5-7BE5-D284B8F474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 dirty="0"/>
          </a:p>
        </p:txBody>
      </p:sp>
      <p:pic>
        <p:nvPicPr>
          <p:cNvPr id="2050" name="그림 1">
            <a:extLst>
              <a:ext uri="{FF2B5EF4-FFF2-40B4-BE49-F238E27FC236}">
                <a16:creationId xmlns:a16="http://schemas.microsoft.com/office/drawing/2014/main" id="{AAC15195-71B6-19FD-1F41-4C32B10060A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03718" y="190314"/>
            <a:ext cx="1300163" cy="385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FEF1991-BB13-38F2-A37A-F1E64D10ADD3}"/>
              </a:ext>
            </a:extLst>
          </p:cNvPr>
          <p:cNvSpPr txBox="1"/>
          <p:nvPr userDrawn="1"/>
        </p:nvSpPr>
        <p:spPr>
          <a:xfrm>
            <a:off x="9932894" y="6538912"/>
            <a:ext cx="2259106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300" dirty="0">
                <a:solidFill>
                  <a:srgbClr val="FF0000"/>
                </a:solidFill>
              </a:rPr>
              <a:t>Confidential</a:t>
            </a:r>
            <a:endParaRPr lang="ko-KR" altLang="en-US" sz="1300" dirty="0">
              <a:solidFill>
                <a:srgbClr val="FF0000"/>
              </a:solidFill>
            </a:endParaRPr>
          </a:p>
        </p:txBody>
      </p:sp>
      <p:sp>
        <p:nvSpPr>
          <p:cNvPr id="2" name="직각 삼각형 1">
            <a:extLst>
              <a:ext uri="{FF2B5EF4-FFF2-40B4-BE49-F238E27FC236}">
                <a16:creationId xmlns:a16="http://schemas.microsoft.com/office/drawing/2014/main" id="{9C475F74-9F15-514E-FE69-F626D7C89FE7}"/>
              </a:ext>
            </a:extLst>
          </p:cNvPr>
          <p:cNvSpPr/>
          <p:nvPr userDrawn="1"/>
        </p:nvSpPr>
        <p:spPr>
          <a:xfrm rot="5400000">
            <a:off x="21478" y="-21479"/>
            <a:ext cx="945088" cy="988046"/>
          </a:xfrm>
          <a:prstGeom prst="rtTriangl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4801019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날짜 개체 틀 3">
            <a:extLst>
              <a:ext uri="{FF2B5EF4-FFF2-40B4-BE49-F238E27FC236}">
                <a16:creationId xmlns:a16="http://schemas.microsoft.com/office/drawing/2014/main" id="{7FDBB94D-0EDE-4126-2F0C-2745BB8796B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D375908-F20F-4D65-9A81-64A2BB0BC7AA}" type="datetimeFigureOut">
              <a:rPr lang="ko-KR" altLang="en-US" smtClean="0"/>
              <a:t>2024-02-06</a:t>
            </a:fld>
            <a:endParaRPr lang="ko-KR" altLang="en-US"/>
          </a:p>
        </p:txBody>
      </p:sp>
      <p:sp>
        <p:nvSpPr>
          <p:cNvPr id="8" name="바닥글 개체 틀 4">
            <a:extLst>
              <a:ext uri="{FF2B5EF4-FFF2-40B4-BE49-F238E27FC236}">
                <a16:creationId xmlns:a16="http://schemas.microsoft.com/office/drawing/2014/main" id="{6702B21F-A921-3C73-A9EC-ABB2917276B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pic>
        <p:nvPicPr>
          <p:cNvPr id="10" name="그림 1">
            <a:extLst>
              <a:ext uri="{FF2B5EF4-FFF2-40B4-BE49-F238E27FC236}">
                <a16:creationId xmlns:a16="http://schemas.microsoft.com/office/drawing/2014/main" id="{768E8FD9-B423-8D31-5854-A0AF6E7931E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03718" y="190314"/>
            <a:ext cx="1300163" cy="385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881DB2DB-253D-A53E-7F64-1A8E6CDCC43A}"/>
              </a:ext>
            </a:extLst>
          </p:cNvPr>
          <p:cNvSpPr txBox="1"/>
          <p:nvPr userDrawn="1"/>
        </p:nvSpPr>
        <p:spPr>
          <a:xfrm>
            <a:off x="9932894" y="6538912"/>
            <a:ext cx="2259106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300" dirty="0">
                <a:solidFill>
                  <a:srgbClr val="FF0000"/>
                </a:solidFill>
              </a:rPr>
              <a:t>Confidential</a:t>
            </a:r>
            <a:endParaRPr lang="ko-KR" altLang="en-US" sz="13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30869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Box 18">
            <a:extLst>
              <a:ext uri="{FF2B5EF4-FFF2-40B4-BE49-F238E27FC236}">
                <a16:creationId xmlns:a16="http://schemas.microsoft.com/office/drawing/2014/main" id="{DEF1A3BC-B1F7-19C9-9638-F8AE0FC745AD}"/>
              </a:ext>
            </a:extLst>
          </p:cNvPr>
          <p:cNvSpPr txBox="1"/>
          <p:nvPr/>
        </p:nvSpPr>
        <p:spPr>
          <a:xfrm>
            <a:off x="1570465" y="2624036"/>
            <a:ext cx="905106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4000" b="1" dirty="0">
                <a:latin typeface="+mj-ea"/>
                <a:ea typeface="+mj-ea"/>
                <a:cs typeface="Times New Roman" panose="02020603050405020304" pitchFamily="18" charset="0"/>
              </a:rPr>
              <a:t>서브라이선스 </a:t>
            </a:r>
            <a:r>
              <a:rPr lang="en-US" altLang="ko-KR" sz="4000" b="1" dirty="0">
                <a:latin typeface="+mj-ea"/>
                <a:ea typeface="+mj-ea"/>
                <a:cs typeface="Times New Roman" panose="02020603050405020304" pitchFamily="18" charset="0"/>
              </a:rPr>
              <a:t>IP Pin name </a:t>
            </a:r>
            <a:r>
              <a:rPr lang="ko-KR" altLang="en-US" sz="4000" b="1" dirty="0">
                <a:latin typeface="+mj-ea"/>
                <a:ea typeface="+mj-ea"/>
                <a:cs typeface="Times New Roman" panose="02020603050405020304" pitchFamily="18" charset="0"/>
              </a:rPr>
              <a:t>부여 규칙</a:t>
            </a:r>
            <a:endParaRPr lang="ko-KR" altLang="en-US" sz="4000" dirty="0">
              <a:latin typeface="+mj-ea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4C73D09-2BD1-66C2-B73C-42948BF72870}"/>
              </a:ext>
            </a:extLst>
          </p:cNvPr>
          <p:cNvSpPr txBox="1"/>
          <p:nvPr/>
        </p:nvSpPr>
        <p:spPr>
          <a:xfrm>
            <a:off x="4740540" y="3648787"/>
            <a:ext cx="2710915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500" dirty="0">
                <a:solidFill>
                  <a:schemeClr val="bg1">
                    <a:lumMod val="50000"/>
                  </a:schemeClr>
                </a:solidFill>
              </a:rPr>
              <a:t>Doc #: RS-QM-LSW-240201</a:t>
            </a:r>
          </a:p>
          <a:p>
            <a:pPr algn="ctr"/>
            <a:r>
              <a:rPr lang="en-US" altLang="ko-KR" sz="1500" dirty="0">
                <a:solidFill>
                  <a:schemeClr val="bg1">
                    <a:lumMod val="50000"/>
                  </a:schemeClr>
                </a:solidFill>
              </a:rPr>
              <a:t>Doc grade: G1</a:t>
            </a:r>
            <a:endParaRPr lang="ko-KR" altLang="en-US" sz="1500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3901388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Box 18">
            <a:extLst>
              <a:ext uri="{FF2B5EF4-FFF2-40B4-BE49-F238E27FC236}">
                <a16:creationId xmlns:a16="http://schemas.microsoft.com/office/drawing/2014/main" id="{DEF1A3BC-B1F7-19C9-9638-F8AE0FC745AD}"/>
              </a:ext>
            </a:extLst>
          </p:cNvPr>
          <p:cNvSpPr txBox="1"/>
          <p:nvPr/>
        </p:nvSpPr>
        <p:spPr>
          <a:xfrm>
            <a:off x="459805" y="459599"/>
            <a:ext cx="6150720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</a:t>
            </a:r>
            <a:r>
              <a:rPr lang="ko-KR" altLang="en-US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서브라이선스 </a:t>
            </a:r>
            <a:r>
              <a:rPr lang="en-US" altLang="ko-KR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IP _ Pin name </a:t>
            </a:r>
            <a:r>
              <a:rPr lang="ko-KR" altLang="en-US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부여규칙</a:t>
            </a:r>
            <a:endParaRPr lang="ko-KR" altLang="en-US" sz="2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E3130225-AF6B-C4C2-904A-DA655F93FE9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91491645"/>
              </p:ext>
            </p:extLst>
          </p:nvPr>
        </p:nvGraphicFramePr>
        <p:xfrm>
          <a:off x="633969" y="1699095"/>
          <a:ext cx="10924061" cy="269394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97471">
                  <a:extLst>
                    <a:ext uri="{9D8B030D-6E8A-4147-A177-3AD203B41FA5}">
                      <a16:colId xmlns:a16="http://schemas.microsoft.com/office/drawing/2014/main" val="600182552"/>
                    </a:ext>
                  </a:extLst>
                </a:gridCol>
                <a:gridCol w="1584960">
                  <a:extLst>
                    <a:ext uri="{9D8B030D-6E8A-4147-A177-3AD203B41FA5}">
                      <a16:colId xmlns:a16="http://schemas.microsoft.com/office/drawing/2014/main" val="1287115895"/>
                    </a:ext>
                  </a:extLst>
                </a:gridCol>
                <a:gridCol w="2621349">
                  <a:extLst>
                    <a:ext uri="{9D8B030D-6E8A-4147-A177-3AD203B41FA5}">
                      <a16:colId xmlns:a16="http://schemas.microsoft.com/office/drawing/2014/main" val="1177260075"/>
                    </a:ext>
                  </a:extLst>
                </a:gridCol>
                <a:gridCol w="4720281">
                  <a:extLst>
                    <a:ext uri="{9D8B030D-6E8A-4147-A177-3AD203B41FA5}">
                      <a16:colId xmlns:a16="http://schemas.microsoft.com/office/drawing/2014/main" val="1476926305"/>
                    </a:ext>
                  </a:extLst>
                </a:gridCol>
              </a:tblGrid>
              <a:tr h="37354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변경상황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예시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부여규칙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부여규칙 설명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649427"/>
                  </a:ext>
                </a:extLst>
              </a:tr>
              <a:tr h="666074">
                <a:tc>
                  <a:txBody>
                    <a:bodyPr/>
                    <a:lstStyle/>
                    <a:p>
                      <a:pPr marL="0" indent="0" algn="ctr" latinLnBrk="1">
                        <a:buFontTx/>
                        <a:buNone/>
                      </a:pPr>
                      <a:r>
                        <a:rPr lang="en-US" altLang="ko-KR" sz="1300" b="1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Master / Slave</a:t>
                      </a:r>
                    </a:p>
                    <a:p>
                      <a:pPr marL="0" indent="0" algn="ctr" latinLnBrk="1">
                        <a:buFontTx/>
                        <a:buNone/>
                      </a:pPr>
                      <a:r>
                        <a:rPr lang="en-US" altLang="ko-KR" sz="1300" b="1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 lane </a:t>
                      </a:r>
                      <a:r>
                        <a:rPr lang="ko-KR" altLang="en-US" sz="1300" b="1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추가 </a:t>
                      </a:r>
                      <a:endParaRPr lang="en-US" altLang="ko-KR" sz="1300" b="1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1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M4</a:t>
                      </a:r>
                      <a:r>
                        <a:rPr lang="en-US" altLang="ko-KR" sz="1300" b="1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sym typeface="Wingdings" panose="05000000000000000000" pitchFamily="2" charset="2"/>
                        </a:rPr>
                        <a:t>M4M4</a:t>
                      </a:r>
                    </a:p>
                    <a:p>
                      <a:pPr algn="ctr" latinLnBrk="1"/>
                      <a:r>
                        <a:rPr lang="en-US" altLang="ko-KR" sz="1300" b="1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sym typeface="Wingdings" panose="05000000000000000000" pitchFamily="2" charset="2"/>
                        </a:rPr>
                        <a:t>S4S4S4</a:t>
                      </a:r>
                      <a:endParaRPr lang="ko-KR" altLang="en-US" sz="1300" b="1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1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M_DNDATA0_A0 </a:t>
                      </a:r>
                      <a:r>
                        <a:rPr lang="en-US" altLang="ko-KR" sz="1300" b="1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sym typeface="Wingdings" panose="05000000000000000000" pitchFamily="2" charset="2"/>
                        </a:rPr>
                        <a:t> M</a:t>
                      </a:r>
                      <a:r>
                        <a:rPr lang="en-US" altLang="ko-KR" sz="1300" b="1" dirty="0">
                          <a:solidFill>
                            <a:srgbClr val="FF0000"/>
                          </a:solidFill>
                          <a:sym typeface="Wingdings" panose="05000000000000000000" pitchFamily="2" charset="2"/>
                        </a:rPr>
                        <a:t>#</a:t>
                      </a:r>
                      <a:r>
                        <a:rPr lang="en-US" altLang="ko-KR" sz="1300" b="1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sym typeface="Wingdings" panose="05000000000000000000" pitchFamily="2" charset="2"/>
                        </a:rPr>
                        <a:t>_DNDATA0_A0</a:t>
                      </a:r>
                      <a:endParaRPr lang="ko-KR" altLang="en-US" sz="1300" b="1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300" b="1" dirty="0">
                          <a:solidFill>
                            <a:srgbClr val="FF0000"/>
                          </a:solidFill>
                        </a:rPr>
                        <a:t># </a:t>
                      </a:r>
                      <a:r>
                        <a:rPr lang="ko-KR" altLang="en-US" sz="1300" b="1" dirty="0">
                          <a:solidFill>
                            <a:srgbClr val="FF0000"/>
                          </a:solidFill>
                        </a:rPr>
                        <a:t>는 숫자로 부여한다</a:t>
                      </a:r>
                      <a:r>
                        <a:rPr lang="en-US" altLang="ko-KR" sz="1300" b="1" dirty="0">
                          <a:solidFill>
                            <a:srgbClr val="FF0000"/>
                          </a:solidFill>
                        </a:rPr>
                        <a:t>. 0,1,2,3.... </a:t>
                      </a:r>
                      <a:r>
                        <a:rPr lang="ko-KR" altLang="en-US" sz="1300" b="1" dirty="0">
                          <a:solidFill>
                            <a:srgbClr val="FF0000"/>
                          </a:solidFill>
                        </a:rPr>
                        <a:t>중 </a:t>
                      </a:r>
                      <a:r>
                        <a:rPr lang="en-US" altLang="ko-KR" sz="1300" b="1" dirty="0">
                          <a:solidFill>
                            <a:srgbClr val="FF0000"/>
                          </a:solidFill>
                        </a:rPr>
                        <a:t>0</a:t>
                      </a:r>
                      <a:r>
                        <a:rPr lang="ko-KR" altLang="en-US" sz="1300" b="1" dirty="0">
                          <a:solidFill>
                            <a:srgbClr val="FF0000"/>
                          </a:solidFill>
                        </a:rPr>
                        <a:t>은</a:t>
                      </a:r>
                      <a:r>
                        <a:rPr lang="en-US" altLang="ko-KR" sz="1300" b="1" dirty="0">
                          <a:solidFill>
                            <a:srgbClr val="FF0000"/>
                          </a:solidFill>
                        </a:rPr>
                        <a:t> </a:t>
                      </a:r>
                      <a:r>
                        <a:rPr lang="ko-KR" altLang="en-US" sz="1300" b="1" dirty="0">
                          <a:solidFill>
                            <a:srgbClr val="FF0000"/>
                          </a:solidFill>
                        </a:rPr>
                        <a:t>생략한다</a:t>
                      </a:r>
                      <a:r>
                        <a:rPr lang="en-US" altLang="ko-KR" sz="1300" b="1" dirty="0">
                          <a:solidFill>
                            <a:srgbClr val="FF0000"/>
                          </a:solidFill>
                        </a:rPr>
                        <a:t>. </a:t>
                      </a:r>
                    </a:p>
                    <a:p>
                      <a:pPr algn="l" latinLnBrk="1"/>
                      <a:r>
                        <a:rPr lang="en-US" altLang="ko-KR" sz="1300" b="1" dirty="0">
                          <a:solidFill>
                            <a:schemeClr val="tx1"/>
                          </a:solidFill>
                        </a:rPr>
                        <a:t>(Master : M , Slave : S)</a:t>
                      </a:r>
                      <a:endParaRPr lang="ko-KR" altLang="en-US" sz="13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57256730"/>
                  </a:ext>
                </a:extLst>
              </a:tr>
              <a:tr h="82518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1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Master / Slave</a:t>
                      </a:r>
                    </a:p>
                    <a:p>
                      <a:pPr algn="ctr" latinLnBrk="1"/>
                      <a:r>
                        <a:rPr lang="en-US" altLang="ko-KR" sz="1300" b="1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 lane </a:t>
                      </a:r>
                      <a:r>
                        <a:rPr lang="ko-KR" altLang="en-US" sz="1300" b="1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변경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1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M4</a:t>
                      </a:r>
                      <a:r>
                        <a:rPr lang="en-US" altLang="ko-KR" sz="1300" b="1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sym typeface="Wingdings" panose="05000000000000000000" pitchFamily="2" charset="2"/>
                        </a:rPr>
                        <a:t>M22</a:t>
                      </a:r>
                    </a:p>
                    <a:p>
                      <a:pPr algn="ctr" latinLnBrk="1"/>
                      <a:r>
                        <a:rPr lang="en-US" altLang="ko-KR" sz="1300" b="1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sym typeface="Wingdings" panose="05000000000000000000" pitchFamily="2" charset="2"/>
                        </a:rPr>
                        <a:t>S4S22</a:t>
                      </a:r>
                      <a:endParaRPr lang="ko-KR" altLang="en-US" sz="1300" b="1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1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M_DNCLK_A0 </a:t>
                      </a:r>
                      <a:r>
                        <a:rPr lang="en-US" altLang="ko-KR" sz="1300" b="1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sym typeface="Wingdings" panose="05000000000000000000" pitchFamily="2" charset="2"/>
                        </a:rPr>
                        <a:t> </a:t>
                      </a:r>
                      <a:r>
                        <a:rPr lang="en-US" altLang="ko-KR" sz="1300" b="1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M_DNCLK_A0</a:t>
                      </a:r>
                      <a:r>
                        <a:rPr lang="en-US" altLang="ko-KR" sz="1300" b="1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sym typeface="Wingdings" panose="05000000000000000000" pitchFamily="2" charset="2"/>
                        </a:rPr>
                        <a:t>_</a:t>
                      </a:r>
                      <a:r>
                        <a:rPr lang="en-US" altLang="ko-KR" sz="1300" b="1" dirty="0">
                          <a:solidFill>
                            <a:srgbClr val="FF0000"/>
                          </a:solidFill>
                          <a:sym typeface="Wingdings" panose="05000000000000000000" pitchFamily="2" charset="2"/>
                        </a:rPr>
                        <a:t>?</a:t>
                      </a:r>
                      <a:endParaRPr lang="ko-KR" altLang="en-US" sz="1300" b="1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300" b="1" dirty="0">
                          <a:solidFill>
                            <a:srgbClr val="FF0000"/>
                          </a:solidFill>
                        </a:rPr>
                        <a:t>?</a:t>
                      </a:r>
                      <a:r>
                        <a:rPr lang="ko-KR" altLang="en-US" sz="1300" b="1" dirty="0">
                          <a:solidFill>
                            <a:srgbClr val="FF0000"/>
                          </a:solidFill>
                        </a:rPr>
                        <a:t>은 문자</a:t>
                      </a:r>
                      <a:r>
                        <a:rPr lang="en-US" altLang="ko-KR" sz="1300" b="1" dirty="0">
                          <a:solidFill>
                            <a:srgbClr val="FF0000"/>
                          </a:solidFill>
                        </a:rPr>
                        <a:t>(A,B,C--)</a:t>
                      </a:r>
                      <a:r>
                        <a:rPr lang="ko-KR" altLang="en-US" sz="1300" b="1" dirty="0">
                          <a:solidFill>
                            <a:srgbClr val="FF0000"/>
                          </a:solidFill>
                        </a:rPr>
                        <a:t>로 부여한다</a:t>
                      </a:r>
                      <a:r>
                        <a:rPr lang="en-US" altLang="ko-KR" sz="1300" b="1" dirty="0">
                          <a:solidFill>
                            <a:srgbClr val="FF0000"/>
                          </a:solidFill>
                        </a:rPr>
                        <a:t>. (0</a:t>
                      </a:r>
                      <a:r>
                        <a:rPr lang="ko-KR" altLang="en-US" sz="1300" b="1" dirty="0">
                          <a:solidFill>
                            <a:srgbClr val="FF0000"/>
                          </a:solidFill>
                        </a:rPr>
                        <a:t>번 </a:t>
                      </a:r>
                      <a:r>
                        <a:rPr lang="en-US" altLang="ko-KR" sz="1300" b="1" dirty="0">
                          <a:solidFill>
                            <a:srgbClr val="FF0000"/>
                          </a:solidFill>
                        </a:rPr>
                        <a:t>CLK</a:t>
                      </a:r>
                      <a:r>
                        <a:rPr lang="ko-KR" altLang="en-US" sz="1300" b="1" dirty="0">
                          <a:solidFill>
                            <a:srgbClr val="FF0000"/>
                          </a:solidFill>
                        </a:rPr>
                        <a:t>은 </a:t>
                      </a:r>
                      <a:r>
                        <a:rPr lang="en-US" altLang="ko-KR" sz="1300" b="1" dirty="0">
                          <a:solidFill>
                            <a:srgbClr val="FF0000"/>
                          </a:solidFill>
                        </a:rPr>
                        <a:t>Null </a:t>
                      </a:r>
                      <a:r>
                        <a:rPr lang="ko-KR" altLang="en-US" sz="1300" b="1" dirty="0">
                          <a:solidFill>
                            <a:srgbClr val="FF0000"/>
                          </a:solidFill>
                        </a:rPr>
                        <a:t>이고</a:t>
                      </a:r>
                      <a:r>
                        <a:rPr lang="en-US" altLang="ko-KR" sz="1300" b="1" dirty="0">
                          <a:solidFill>
                            <a:srgbClr val="FF0000"/>
                          </a:solidFill>
                        </a:rPr>
                        <a:t>, 2</a:t>
                      </a:r>
                      <a:r>
                        <a:rPr lang="en-US" altLang="ko-KR" sz="1300" b="1" baseline="30000" dirty="0">
                          <a:solidFill>
                            <a:srgbClr val="FF0000"/>
                          </a:solidFill>
                        </a:rPr>
                        <a:t>nd</a:t>
                      </a:r>
                      <a:r>
                        <a:rPr lang="ko-KR" altLang="en-US" sz="1300" b="1" dirty="0">
                          <a:solidFill>
                            <a:srgbClr val="FF0000"/>
                          </a:solidFill>
                        </a:rPr>
                        <a:t> </a:t>
                      </a:r>
                      <a:r>
                        <a:rPr lang="en-US" altLang="ko-KR" sz="1300" b="1" dirty="0">
                          <a:solidFill>
                            <a:srgbClr val="FF0000"/>
                          </a:solidFill>
                        </a:rPr>
                        <a:t>CLK</a:t>
                      </a:r>
                      <a:r>
                        <a:rPr lang="ko-KR" altLang="en-US" sz="1300" b="1" dirty="0">
                          <a:solidFill>
                            <a:srgbClr val="FF0000"/>
                          </a:solidFill>
                        </a:rPr>
                        <a:t>이후 부터 </a:t>
                      </a:r>
                      <a:r>
                        <a:rPr lang="en-US" altLang="ko-KR" sz="1300" b="1" dirty="0">
                          <a:solidFill>
                            <a:srgbClr val="FF0000"/>
                          </a:solidFill>
                        </a:rPr>
                        <a:t>_A,</a:t>
                      </a:r>
                      <a:r>
                        <a:rPr lang="ko-KR" altLang="en-US" sz="1300" b="1" dirty="0">
                          <a:solidFill>
                            <a:srgbClr val="FF0000"/>
                          </a:solidFill>
                        </a:rPr>
                        <a:t> </a:t>
                      </a:r>
                      <a:r>
                        <a:rPr lang="en-US" altLang="ko-KR" sz="1300" b="1" dirty="0">
                          <a:solidFill>
                            <a:srgbClr val="FF0000"/>
                          </a:solidFill>
                        </a:rPr>
                        <a:t>B.... </a:t>
                      </a:r>
                      <a:r>
                        <a:rPr lang="ko-KR" altLang="en-US" sz="1300" b="1" dirty="0">
                          <a:solidFill>
                            <a:srgbClr val="FF0000"/>
                          </a:solidFill>
                        </a:rPr>
                        <a:t>부여된다</a:t>
                      </a:r>
                      <a:r>
                        <a:rPr lang="en-US" altLang="ko-KR" sz="1300" b="1" dirty="0">
                          <a:solidFill>
                            <a:srgbClr val="FF0000"/>
                          </a:solidFill>
                        </a:rPr>
                        <a:t>. 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00" b="1" dirty="0">
                          <a:solidFill>
                            <a:schemeClr val="tx1"/>
                          </a:solidFill>
                        </a:rPr>
                        <a:t>(Master : M , Slave : S)</a:t>
                      </a:r>
                      <a:endParaRPr lang="ko-KR" altLang="en-US" sz="13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001029"/>
                  </a:ext>
                </a:extLst>
              </a:tr>
              <a:tr h="82913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1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Master / Slave lane </a:t>
                      </a:r>
                    </a:p>
                    <a:p>
                      <a:pPr algn="ctr" latinLnBrk="1"/>
                      <a:r>
                        <a:rPr lang="ko-KR" altLang="en-US" sz="1300" b="1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추가 </a:t>
                      </a:r>
                      <a:r>
                        <a:rPr lang="en-US" altLang="ko-KR" sz="1300" b="1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&amp;</a:t>
                      </a:r>
                      <a:r>
                        <a:rPr lang="ko-KR" altLang="en-US" sz="1300" b="1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 변경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1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M4</a:t>
                      </a:r>
                      <a:r>
                        <a:rPr lang="en-US" altLang="ko-KR" sz="1300" b="1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sym typeface="Wingdings" panose="05000000000000000000" pitchFamily="2" charset="2"/>
                        </a:rPr>
                        <a:t>M22M22</a:t>
                      </a:r>
                    </a:p>
                    <a:p>
                      <a:pPr algn="ctr" latinLnBrk="1"/>
                      <a:r>
                        <a:rPr lang="en-US" altLang="ko-KR" sz="1300" b="1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sym typeface="Wingdings" panose="05000000000000000000" pitchFamily="2" charset="2"/>
                        </a:rPr>
                        <a:t>S4S22S22</a:t>
                      </a:r>
                      <a:endParaRPr lang="ko-KR" altLang="en-US" sz="1300" b="1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1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M_DNCLK_A0 </a:t>
                      </a:r>
                      <a:r>
                        <a:rPr lang="en-US" altLang="ko-KR" sz="1300" b="1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sym typeface="Wingdings" panose="05000000000000000000" pitchFamily="2" charset="2"/>
                        </a:rPr>
                        <a:t></a:t>
                      </a:r>
                    </a:p>
                    <a:p>
                      <a:pPr algn="ctr" latinLnBrk="1"/>
                      <a:r>
                        <a:rPr lang="en-US" altLang="ko-KR" sz="1300" b="1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sym typeface="Wingdings" panose="05000000000000000000" pitchFamily="2" charset="2"/>
                        </a:rPr>
                        <a:t>M</a:t>
                      </a:r>
                      <a:r>
                        <a:rPr lang="en-US" altLang="ko-KR" sz="1300" b="1" dirty="0">
                          <a:solidFill>
                            <a:srgbClr val="FF0000"/>
                          </a:solidFill>
                          <a:sym typeface="Wingdings" panose="05000000000000000000" pitchFamily="2" charset="2"/>
                        </a:rPr>
                        <a:t>#</a:t>
                      </a:r>
                      <a:r>
                        <a:rPr lang="en-US" altLang="ko-KR" sz="1300" b="1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sym typeface="Wingdings" panose="05000000000000000000" pitchFamily="2" charset="2"/>
                        </a:rPr>
                        <a:t>_DNCLK_A0_</a:t>
                      </a:r>
                      <a:r>
                        <a:rPr lang="en-US" altLang="ko-KR" sz="1300" b="1" dirty="0">
                          <a:solidFill>
                            <a:srgbClr val="FF0000"/>
                          </a:solidFill>
                          <a:sym typeface="Wingdings" panose="05000000000000000000" pitchFamily="2" charset="2"/>
                        </a:rPr>
                        <a:t>?</a:t>
                      </a:r>
                      <a:endParaRPr lang="ko-KR" altLang="en-US" sz="1300" b="1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300" b="1" dirty="0">
                          <a:solidFill>
                            <a:srgbClr val="FF0000"/>
                          </a:solidFill>
                        </a:rPr>
                        <a:t>#(0,1,2..”0</a:t>
                      </a:r>
                      <a:r>
                        <a:rPr lang="ko-KR" altLang="en-US" sz="1300" b="1" dirty="0">
                          <a:solidFill>
                            <a:srgbClr val="FF0000"/>
                          </a:solidFill>
                        </a:rPr>
                        <a:t>은 생략</a:t>
                      </a:r>
                      <a:r>
                        <a:rPr lang="en-US" altLang="ko-KR" sz="1300" b="1" dirty="0">
                          <a:solidFill>
                            <a:srgbClr val="FF0000"/>
                          </a:solidFill>
                        </a:rPr>
                        <a:t>) </a:t>
                      </a:r>
                      <a:r>
                        <a:rPr lang="ko-KR" altLang="en-US" sz="1300" b="1" dirty="0">
                          <a:solidFill>
                            <a:srgbClr val="FF0000"/>
                          </a:solidFill>
                        </a:rPr>
                        <a:t>은 숫자로 부여</a:t>
                      </a:r>
                      <a:r>
                        <a:rPr lang="en-US" altLang="ko-KR" sz="1300" b="1" dirty="0">
                          <a:solidFill>
                            <a:srgbClr val="FF0000"/>
                          </a:solidFill>
                        </a:rPr>
                        <a:t>, ?(A,B,C...)</a:t>
                      </a:r>
                      <a:r>
                        <a:rPr lang="ko-KR" altLang="en-US" sz="1300" b="1" dirty="0">
                          <a:solidFill>
                            <a:srgbClr val="FF0000"/>
                          </a:solidFill>
                        </a:rPr>
                        <a:t>는 </a:t>
                      </a:r>
                      <a:endParaRPr lang="en-US" altLang="ko-KR" sz="1300" b="1" dirty="0">
                        <a:solidFill>
                          <a:srgbClr val="FF0000"/>
                        </a:solidFill>
                      </a:endParaRPr>
                    </a:p>
                    <a:p>
                      <a:pPr algn="l" latinLnBrk="1"/>
                      <a:r>
                        <a:rPr lang="ko-KR" altLang="en-US" sz="1300" b="1" dirty="0">
                          <a:solidFill>
                            <a:srgbClr val="FF0000"/>
                          </a:solidFill>
                        </a:rPr>
                        <a:t>문자로 부여한다</a:t>
                      </a:r>
                      <a:r>
                        <a:rPr lang="en-US" altLang="ko-KR" sz="1300" b="1" dirty="0">
                          <a:solidFill>
                            <a:srgbClr val="FF0000"/>
                          </a:solidFill>
                        </a:rPr>
                        <a:t>. – </a:t>
                      </a:r>
                      <a:r>
                        <a:rPr lang="ko-KR" altLang="en-US" sz="1300" b="1" dirty="0">
                          <a:solidFill>
                            <a:srgbClr val="FF0000"/>
                          </a:solidFill>
                        </a:rPr>
                        <a:t>상기의 </a:t>
                      </a:r>
                      <a:r>
                        <a:rPr lang="en-US" altLang="ko-KR" sz="1300" b="1" dirty="0">
                          <a:solidFill>
                            <a:srgbClr val="FF0000"/>
                          </a:solidFill>
                        </a:rPr>
                        <a:t>Rule</a:t>
                      </a:r>
                      <a:r>
                        <a:rPr lang="ko-KR" altLang="en-US" sz="1300" b="1" dirty="0">
                          <a:solidFill>
                            <a:srgbClr val="FF0000"/>
                          </a:solidFill>
                        </a:rPr>
                        <a:t>이 동일 적용</a:t>
                      </a:r>
                      <a:endParaRPr lang="en-US" altLang="ko-KR" sz="1300" b="1" dirty="0">
                        <a:solidFill>
                          <a:srgbClr val="FF0000"/>
                        </a:solidFill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00" b="1" dirty="0">
                          <a:solidFill>
                            <a:schemeClr val="tx1"/>
                          </a:solidFill>
                        </a:rPr>
                        <a:t>(Master : M , Slave : S)</a:t>
                      </a:r>
                      <a:endParaRPr lang="ko-KR" altLang="en-US" sz="13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213717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584F1C91-61CF-61AC-635B-76F1D73F2EB5}"/>
              </a:ext>
            </a:extLst>
          </p:cNvPr>
          <p:cNvSpPr txBox="1"/>
          <p:nvPr/>
        </p:nvSpPr>
        <p:spPr>
          <a:xfrm>
            <a:off x="521588" y="1168899"/>
            <a:ext cx="48376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1.1 </a:t>
            </a:r>
            <a:r>
              <a:rPr lang="ko-KR" alt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상황별</a:t>
            </a:r>
            <a:r>
              <a:rPr lang="ko-KR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PIN name </a:t>
            </a:r>
            <a:r>
              <a:rPr lang="ko-KR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부여 규칙</a:t>
            </a:r>
            <a:endParaRPr lang="ko-KR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6D21BBE-41BF-2A41-6AE6-D5EC985D324B}"/>
              </a:ext>
            </a:extLst>
          </p:cNvPr>
          <p:cNvSpPr txBox="1"/>
          <p:nvPr/>
        </p:nvSpPr>
        <p:spPr>
          <a:xfrm>
            <a:off x="577194" y="4459483"/>
            <a:ext cx="10980836" cy="6994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Note 1: </a:t>
            </a:r>
            <a:r>
              <a:rPr lang="ko-KR" alt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ko-KR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Configuration </a:t>
            </a:r>
            <a:r>
              <a:rPr lang="ko-KR" alt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변경 시 </a:t>
            </a:r>
            <a:r>
              <a:rPr lang="en-US" altLang="ko-KR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Pin name</a:t>
            </a:r>
            <a:r>
              <a:rPr lang="ko-KR" alt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은 </a:t>
            </a:r>
            <a:r>
              <a:rPr lang="en-US" altLang="ko-KR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SF</a:t>
            </a:r>
            <a:r>
              <a:rPr lang="ko-KR" alt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로부터 이관된 </a:t>
            </a:r>
            <a:r>
              <a:rPr lang="en-US" altLang="ko-KR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Datasheet</a:t>
            </a:r>
            <a:r>
              <a:rPr lang="ko-KR" alt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의 </a:t>
            </a:r>
            <a:r>
              <a:rPr lang="en-US" altLang="ko-KR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Pin</a:t>
            </a:r>
            <a:r>
              <a:rPr lang="ko-KR" alt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에서 확장되어 적용한다</a:t>
            </a:r>
            <a:r>
              <a:rPr lang="en-US" altLang="ko-KR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ko-KR" alt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altLang="ko-KR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ko-KR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Note 2:  </a:t>
            </a:r>
            <a:r>
              <a:rPr lang="ko-KR" alt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상기의 규칙은 </a:t>
            </a:r>
            <a:r>
              <a:rPr lang="en-US" altLang="ko-KR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D-PHY Only / C-PHY Only / CDPHY Combo </a:t>
            </a:r>
            <a:r>
              <a:rPr lang="ko-KR" alt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공통으로 적용된다</a:t>
            </a:r>
            <a:r>
              <a:rPr lang="en-US" altLang="ko-KR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ko-KR" alt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ko-KR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4B08AAE-9AD7-8CF4-9961-DB7FB2E20993}"/>
              </a:ext>
            </a:extLst>
          </p:cNvPr>
          <p:cNvSpPr txBox="1"/>
          <p:nvPr/>
        </p:nvSpPr>
        <p:spPr>
          <a:xfrm>
            <a:off x="605581" y="5278816"/>
            <a:ext cx="10980836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25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M</a:t>
            </a:r>
            <a:r>
              <a:rPr lang="en-US" altLang="ko-KR" sz="2500" b="1" dirty="0">
                <a:solidFill>
                  <a:srgbClr val="FF0000"/>
                </a:solidFill>
              </a:rPr>
              <a:t>#</a:t>
            </a:r>
            <a:r>
              <a:rPr lang="en-US" altLang="ko-KR" sz="25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_DNDATA0_A0_</a:t>
            </a:r>
            <a:r>
              <a:rPr lang="en-US" altLang="ko-KR" sz="2500" b="1" dirty="0">
                <a:solidFill>
                  <a:srgbClr val="FF0000"/>
                </a:solidFill>
              </a:rPr>
              <a:t>?</a:t>
            </a:r>
            <a:r>
              <a:rPr lang="en-US" altLang="ko-KR" sz="25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endParaRPr lang="ko-KR" altLang="en-US" sz="2500" dirty="0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A294B2F8-31AD-9788-1214-16141D2348EF}"/>
              </a:ext>
            </a:extLst>
          </p:cNvPr>
          <p:cNvSpPr/>
          <p:nvPr/>
        </p:nvSpPr>
        <p:spPr>
          <a:xfrm>
            <a:off x="4485503" y="5295556"/>
            <a:ext cx="667265" cy="477054"/>
          </a:xfrm>
          <a:prstGeom prst="rect">
            <a:avLst/>
          </a:prstGeom>
          <a:noFill/>
          <a:ln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5C292F08-82E2-753B-DBDB-3F1A5B356070}"/>
              </a:ext>
            </a:extLst>
          </p:cNvPr>
          <p:cNvSpPr/>
          <p:nvPr/>
        </p:nvSpPr>
        <p:spPr>
          <a:xfrm>
            <a:off x="5196017" y="5295556"/>
            <a:ext cx="2125361" cy="477054"/>
          </a:xfrm>
          <a:prstGeom prst="rect">
            <a:avLst/>
          </a:prstGeom>
          <a:noFill/>
          <a:ln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9B91949-AFAF-0354-B845-651F90DE2541}"/>
              </a:ext>
            </a:extLst>
          </p:cNvPr>
          <p:cNvSpPr txBox="1"/>
          <p:nvPr/>
        </p:nvSpPr>
        <p:spPr>
          <a:xfrm>
            <a:off x="5066270" y="6131048"/>
            <a:ext cx="238485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Datasheet</a:t>
            </a:r>
            <a:r>
              <a:rPr lang="ko-KR" altLang="en-US" sz="1200" b="1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상의 정의된 </a:t>
            </a:r>
            <a:r>
              <a:rPr lang="en-US" altLang="ko-KR" sz="1200" b="1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Pin name</a:t>
            </a:r>
            <a:endParaRPr lang="ko-KR" altLang="en-US" sz="1200" b="1" dirty="0">
              <a:highlight>
                <a:srgbClr val="FFFF00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FF97D59-DFDE-8E07-D387-7AABC56E4306}"/>
              </a:ext>
            </a:extLst>
          </p:cNvPr>
          <p:cNvSpPr txBox="1"/>
          <p:nvPr/>
        </p:nvSpPr>
        <p:spPr>
          <a:xfrm>
            <a:off x="2738323" y="6137538"/>
            <a:ext cx="202390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Master / Slave </a:t>
            </a:r>
            <a:r>
              <a:rPr lang="ko-KR" altLang="en-US" sz="1200" b="1" dirty="0" err="1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갯수</a:t>
            </a:r>
            <a:r>
              <a:rPr lang="ko-KR" altLang="en-US" sz="1200" b="1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구분</a:t>
            </a:r>
          </a:p>
        </p:txBody>
      </p:sp>
      <p:cxnSp>
        <p:nvCxnSpPr>
          <p:cNvPr id="13" name="직선 화살표 연결선 12">
            <a:extLst>
              <a:ext uri="{FF2B5EF4-FFF2-40B4-BE49-F238E27FC236}">
                <a16:creationId xmlns:a16="http://schemas.microsoft.com/office/drawing/2014/main" id="{736A1613-6ABC-B7AB-AB9D-259AD3344912}"/>
              </a:ext>
            </a:extLst>
          </p:cNvPr>
          <p:cNvCxnSpPr/>
          <p:nvPr/>
        </p:nvCxnSpPr>
        <p:spPr>
          <a:xfrm flipH="1">
            <a:off x="4040659" y="5772610"/>
            <a:ext cx="444844" cy="358438"/>
          </a:xfrm>
          <a:prstGeom prst="straightConnector1">
            <a:avLst/>
          </a:prstGeom>
          <a:ln>
            <a:solidFill>
              <a:srgbClr val="FF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화살표 연결선 14">
            <a:extLst>
              <a:ext uri="{FF2B5EF4-FFF2-40B4-BE49-F238E27FC236}">
                <a16:creationId xmlns:a16="http://schemas.microsoft.com/office/drawing/2014/main" id="{3CDAB819-79CD-78BA-4D54-65EA896F99AE}"/>
              </a:ext>
            </a:extLst>
          </p:cNvPr>
          <p:cNvCxnSpPr>
            <a:stCxn id="9" idx="2"/>
            <a:endCxn id="10" idx="0"/>
          </p:cNvCxnSpPr>
          <p:nvPr/>
        </p:nvCxnSpPr>
        <p:spPr>
          <a:xfrm flipH="1">
            <a:off x="6258697" y="5772610"/>
            <a:ext cx="1" cy="358438"/>
          </a:xfrm>
          <a:prstGeom prst="straightConnector1">
            <a:avLst/>
          </a:prstGeom>
          <a:ln>
            <a:solidFill>
              <a:srgbClr val="FF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6BF54760-EDFA-75CE-206A-9C09840C4707}"/>
              </a:ext>
            </a:extLst>
          </p:cNvPr>
          <p:cNvSpPr/>
          <p:nvPr/>
        </p:nvSpPr>
        <p:spPr>
          <a:xfrm>
            <a:off x="7361538" y="5295556"/>
            <a:ext cx="355258" cy="477054"/>
          </a:xfrm>
          <a:prstGeom prst="rect">
            <a:avLst/>
          </a:prstGeom>
          <a:noFill/>
          <a:ln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7" name="직선 화살표 연결선 16">
            <a:extLst>
              <a:ext uri="{FF2B5EF4-FFF2-40B4-BE49-F238E27FC236}">
                <a16:creationId xmlns:a16="http://schemas.microsoft.com/office/drawing/2014/main" id="{8077DB27-2B01-D3BA-D252-F04807D6E27B}"/>
              </a:ext>
            </a:extLst>
          </p:cNvPr>
          <p:cNvCxnSpPr>
            <a:cxnSpLocks/>
          </p:cNvCxnSpPr>
          <p:nvPr/>
        </p:nvCxnSpPr>
        <p:spPr>
          <a:xfrm>
            <a:off x="7716797" y="5779100"/>
            <a:ext cx="654906" cy="358438"/>
          </a:xfrm>
          <a:prstGeom prst="straightConnector1">
            <a:avLst/>
          </a:prstGeom>
          <a:ln>
            <a:solidFill>
              <a:srgbClr val="FF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A81AABDA-96F3-924F-B987-60FF291D6B10}"/>
              </a:ext>
            </a:extLst>
          </p:cNvPr>
          <p:cNvSpPr txBox="1"/>
          <p:nvPr/>
        </p:nvSpPr>
        <p:spPr>
          <a:xfrm>
            <a:off x="7637777" y="6144028"/>
            <a:ext cx="202390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Lane </a:t>
            </a:r>
            <a:r>
              <a:rPr lang="ko-KR" altLang="en-US" sz="1200" b="1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구성 변경시의 구분</a:t>
            </a:r>
          </a:p>
        </p:txBody>
      </p:sp>
    </p:spTree>
    <p:extLst>
      <p:ext uri="{BB962C8B-B14F-4D97-AF65-F5344CB8AC3E}">
        <p14:creationId xmlns:p14="http://schemas.microsoft.com/office/powerpoint/2010/main" val="95480698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Box 18">
            <a:extLst>
              <a:ext uri="{FF2B5EF4-FFF2-40B4-BE49-F238E27FC236}">
                <a16:creationId xmlns:a16="http://schemas.microsoft.com/office/drawing/2014/main" id="{DEF1A3BC-B1F7-19C9-9638-F8AE0FC745AD}"/>
              </a:ext>
            </a:extLst>
          </p:cNvPr>
          <p:cNvSpPr txBox="1"/>
          <p:nvPr/>
        </p:nvSpPr>
        <p:spPr>
          <a:xfrm>
            <a:off x="459805" y="459599"/>
            <a:ext cx="6150720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</a:t>
            </a:r>
            <a:r>
              <a:rPr lang="ko-KR" altLang="en-US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서브라이선스 </a:t>
            </a:r>
            <a:r>
              <a:rPr lang="en-US" altLang="ko-KR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IP _ Pin name </a:t>
            </a:r>
            <a:r>
              <a:rPr lang="ko-KR" altLang="en-US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부여규칙</a:t>
            </a:r>
            <a:endParaRPr lang="ko-KR" altLang="en-US" sz="2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E3130225-AF6B-C4C2-904A-DA655F93FE9A}"/>
              </a:ext>
            </a:extLst>
          </p:cNvPr>
          <p:cNvGraphicFramePr>
            <a:graphicFrameLocks noGrp="1"/>
          </p:cNvGraphicFramePr>
          <p:nvPr/>
        </p:nvGraphicFramePr>
        <p:xfrm>
          <a:off x="633969" y="1699095"/>
          <a:ext cx="10924061" cy="269394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97471">
                  <a:extLst>
                    <a:ext uri="{9D8B030D-6E8A-4147-A177-3AD203B41FA5}">
                      <a16:colId xmlns:a16="http://schemas.microsoft.com/office/drawing/2014/main" val="600182552"/>
                    </a:ext>
                  </a:extLst>
                </a:gridCol>
                <a:gridCol w="1584960">
                  <a:extLst>
                    <a:ext uri="{9D8B030D-6E8A-4147-A177-3AD203B41FA5}">
                      <a16:colId xmlns:a16="http://schemas.microsoft.com/office/drawing/2014/main" val="1287115895"/>
                    </a:ext>
                  </a:extLst>
                </a:gridCol>
                <a:gridCol w="2621349">
                  <a:extLst>
                    <a:ext uri="{9D8B030D-6E8A-4147-A177-3AD203B41FA5}">
                      <a16:colId xmlns:a16="http://schemas.microsoft.com/office/drawing/2014/main" val="1177260075"/>
                    </a:ext>
                  </a:extLst>
                </a:gridCol>
                <a:gridCol w="4720281">
                  <a:extLst>
                    <a:ext uri="{9D8B030D-6E8A-4147-A177-3AD203B41FA5}">
                      <a16:colId xmlns:a16="http://schemas.microsoft.com/office/drawing/2014/main" val="1476926305"/>
                    </a:ext>
                  </a:extLst>
                </a:gridCol>
              </a:tblGrid>
              <a:tr h="37354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변경상황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예시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부여규칙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부여규칙 설명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649427"/>
                  </a:ext>
                </a:extLst>
              </a:tr>
              <a:tr h="666074">
                <a:tc>
                  <a:txBody>
                    <a:bodyPr/>
                    <a:lstStyle/>
                    <a:p>
                      <a:pPr marL="0" indent="0" algn="ctr" latinLnBrk="1">
                        <a:buFontTx/>
                        <a:buNone/>
                      </a:pPr>
                      <a:r>
                        <a:rPr lang="en-US" altLang="ko-KR" sz="1300" b="1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Master / Slave</a:t>
                      </a:r>
                    </a:p>
                    <a:p>
                      <a:pPr marL="0" indent="0" algn="ctr" latinLnBrk="1">
                        <a:buFontTx/>
                        <a:buNone/>
                      </a:pPr>
                      <a:r>
                        <a:rPr lang="en-US" altLang="ko-KR" sz="1300" b="1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 lane </a:t>
                      </a:r>
                      <a:r>
                        <a:rPr lang="ko-KR" altLang="en-US" sz="1300" b="1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추가 </a:t>
                      </a:r>
                      <a:endParaRPr lang="en-US" altLang="ko-KR" sz="1300" b="1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1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M4</a:t>
                      </a:r>
                      <a:r>
                        <a:rPr lang="en-US" altLang="ko-KR" sz="1300" b="1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sym typeface="Wingdings" panose="05000000000000000000" pitchFamily="2" charset="2"/>
                        </a:rPr>
                        <a:t>M4M4</a:t>
                      </a:r>
                    </a:p>
                    <a:p>
                      <a:pPr algn="ctr" latinLnBrk="1"/>
                      <a:r>
                        <a:rPr lang="en-US" altLang="ko-KR" sz="1300" b="1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sym typeface="Wingdings" panose="05000000000000000000" pitchFamily="2" charset="2"/>
                        </a:rPr>
                        <a:t>S4S4S4</a:t>
                      </a:r>
                      <a:endParaRPr lang="ko-KR" altLang="en-US" sz="1300" b="1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00" b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M</a:t>
                      </a:r>
                      <a:r>
                        <a:rPr lang="en-US" altLang="ko-KR" sz="1300" b="1">
                          <a:solidFill>
                            <a:schemeClr val="tx1"/>
                          </a:solidFill>
                        </a:rPr>
                        <a:t>0</a:t>
                      </a:r>
                      <a:r>
                        <a:rPr lang="en-US" altLang="ko-KR" sz="1300" b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_DNCLK</a:t>
                      </a:r>
                      <a:r>
                        <a:rPr lang="en-US" altLang="ko-KR" sz="1300" b="1">
                          <a:solidFill>
                            <a:srgbClr val="FF0000"/>
                          </a:solidFill>
                        </a:rPr>
                        <a:t>0</a:t>
                      </a:r>
                      <a:r>
                        <a:rPr lang="en-US" altLang="ko-KR" sz="1300" b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_A0 </a:t>
                      </a:r>
                      <a:r>
                        <a:rPr lang="en-US" altLang="ko-KR" sz="1300" b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sym typeface="Wingdings" panose="05000000000000000000" pitchFamily="2" charset="2"/>
                        </a:rPr>
                        <a:t> </a:t>
                      </a:r>
                      <a:r>
                        <a:rPr lang="en-US" altLang="ko-KR" sz="1300" b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M</a:t>
                      </a:r>
                      <a:r>
                        <a:rPr lang="en-US" altLang="ko-KR" sz="1300" b="1">
                          <a:solidFill>
                            <a:srgbClr val="FF0000"/>
                          </a:solidFill>
                        </a:rPr>
                        <a:t>#</a:t>
                      </a:r>
                      <a:r>
                        <a:rPr lang="en-US" altLang="ko-KR" sz="1300" b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_DNCLK</a:t>
                      </a:r>
                      <a:r>
                        <a:rPr lang="en-US" altLang="ko-KR" sz="1300" b="1">
                          <a:solidFill>
                            <a:srgbClr val="FF0000"/>
                          </a:solidFill>
                        </a:rPr>
                        <a:t>0</a:t>
                      </a:r>
                      <a:r>
                        <a:rPr lang="en-US" altLang="ko-KR" sz="1300" b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_A0,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300" b="1">
                          <a:solidFill>
                            <a:srgbClr val="FF0000"/>
                          </a:solidFill>
                        </a:rPr>
                        <a:t># </a:t>
                      </a:r>
                      <a:r>
                        <a:rPr lang="ko-KR" altLang="en-US" sz="1300" b="1" dirty="0">
                          <a:solidFill>
                            <a:srgbClr val="FF0000"/>
                          </a:solidFill>
                        </a:rPr>
                        <a:t>은</a:t>
                      </a:r>
                      <a:r>
                        <a:rPr lang="ko-KR" altLang="en-US" sz="1300" b="1">
                          <a:solidFill>
                            <a:srgbClr val="FF0000"/>
                          </a:solidFill>
                        </a:rPr>
                        <a:t> </a:t>
                      </a:r>
                      <a:r>
                        <a:rPr lang="ko-KR" altLang="en-US" sz="1300" b="1" dirty="0">
                          <a:solidFill>
                            <a:srgbClr val="FF0000"/>
                          </a:solidFill>
                        </a:rPr>
                        <a:t>숫자로 부여한다</a:t>
                      </a:r>
                      <a:r>
                        <a:rPr lang="en-US" altLang="ko-KR" sz="1300" b="1" dirty="0">
                          <a:solidFill>
                            <a:srgbClr val="FF0000"/>
                          </a:solidFill>
                        </a:rPr>
                        <a:t>. 0,1,2,3</a:t>
                      </a:r>
                      <a:r>
                        <a:rPr lang="en-US" altLang="ko-KR" sz="1300" b="1">
                          <a:solidFill>
                            <a:srgbClr val="FF0000"/>
                          </a:solidFill>
                        </a:rPr>
                        <a:t>....  </a:t>
                      </a:r>
                      <a:endParaRPr lang="en-US" altLang="ko-KR" sz="1300" b="1" dirty="0">
                        <a:solidFill>
                          <a:srgbClr val="FF0000"/>
                        </a:solidFill>
                      </a:endParaRPr>
                    </a:p>
                    <a:p>
                      <a:pPr algn="l" latinLnBrk="1"/>
                      <a:r>
                        <a:rPr lang="en-US" altLang="ko-KR" sz="1300" b="1" dirty="0">
                          <a:solidFill>
                            <a:schemeClr val="tx1"/>
                          </a:solidFill>
                        </a:rPr>
                        <a:t>(Master : M , Slave : S)</a:t>
                      </a:r>
                      <a:endParaRPr lang="ko-KR" altLang="en-US" sz="13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57256730"/>
                  </a:ext>
                </a:extLst>
              </a:tr>
              <a:tr h="82518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1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Master / Slave</a:t>
                      </a:r>
                    </a:p>
                    <a:p>
                      <a:pPr algn="ctr" latinLnBrk="1"/>
                      <a:r>
                        <a:rPr lang="en-US" altLang="ko-KR" sz="1300" b="1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 lane </a:t>
                      </a:r>
                      <a:r>
                        <a:rPr lang="ko-KR" altLang="en-US" sz="1300" b="1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변경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1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M4</a:t>
                      </a:r>
                      <a:r>
                        <a:rPr lang="en-US" altLang="ko-KR" sz="1300" b="1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sym typeface="Wingdings" panose="05000000000000000000" pitchFamily="2" charset="2"/>
                        </a:rPr>
                        <a:t>M22</a:t>
                      </a:r>
                    </a:p>
                    <a:p>
                      <a:pPr algn="ctr" latinLnBrk="1"/>
                      <a:r>
                        <a:rPr lang="en-US" altLang="ko-KR" sz="1300" b="1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sym typeface="Wingdings" panose="05000000000000000000" pitchFamily="2" charset="2"/>
                        </a:rPr>
                        <a:t>S4S22</a:t>
                      </a:r>
                      <a:endParaRPr lang="ko-KR" altLang="en-US" sz="1300" b="1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M</a:t>
                      </a:r>
                      <a:r>
                        <a:rPr lang="en-US" altLang="ko-KR" sz="1300" b="1">
                          <a:solidFill>
                            <a:schemeClr val="tx1"/>
                          </a:solidFill>
                        </a:rPr>
                        <a:t>0</a:t>
                      </a:r>
                      <a:r>
                        <a:rPr lang="en-US" altLang="ko-KR" sz="1300" b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_DNCLK</a:t>
                      </a:r>
                      <a:r>
                        <a:rPr lang="en-US" altLang="ko-KR" sz="1300" b="1">
                          <a:solidFill>
                            <a:srgbClr val="FF0000"/>
                          </a:solidFill>
                        </a:rPr>
                        <a:t>0</a:t>
                      </a:r>
                      <a:r>
                        <a:rPr lang="en-US" altLang="ko-KR" sz="1300" b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_</a:t>
                      </a:r>
                      <a:r>
                        <a:rPr lang="en-US" altLang="ko-KR" sz="1300" b="1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A0 </a:t>
                      </a:r>
                      <a:r>
                        <a:rPr lang="en-US" altLang="ko-KR" sz="1300" b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sym typeface="Wingdings" panose="05000000000000000000" pitchFamily="2" charset="2"/>
                        </a:rPr>
                        <a:t> </a:t>
                      </a:r>
                      <a:r>
                        <a:rPr lang="en-US" altLang="ko-KR" sz="1300" b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M0_DNCLK</a:t>
                      </a:r>
                      <a:r>
                        <a:rPr lang="en-US" altLang="ko-KR" sz="1300" b="1">
                          <a:solidFill>
                            <a:srgbClr val="FF0000"/>
                          </a:solidFill>
                        </a:rPr>
                        <a:t>0</a:t>
                      </a:r>
                      <a:r>
                        <a:rPr lang="en-US" altLang="ko-KR" sz="1300" b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_A0,</a:t>
                      </a:r>
                    </a:p>
                    <a:p>
                      <a:pPr algn="ctr" latinLnBrk="1"/>
                      <a:r>
                        <a:rPr lang="en-US" altLang="ko-KR" sz="1300" b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M0_DNCLK</a:t>
                      </a:r>
                      <a:r>
                        <a:rPr lang="en-US" altLang="ko-KR" sz="1300" b="1">
                          <a:solidFill>
                            <a:srgbClr val="FF0000"/>
                          </a:solidFill>
                        </a:rPr>
                        <a:t>1</a:t>
                      </a:r>
                      <a:r>
                        <a:rPr lang="en-US" altLang="ko-KR" sz="1300" b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_A0</a:t>
                      </a:r>
                      <a:endParaRPr lang="ko-KR" altLang="en-US" sz="1300" b="1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300" b="1">
                          <a:solidFill>
                            <a:srgbClr val="FF0000"/>
                          </a:solidFill>
                        </a:rPr>
                        <a:t>추가된 </a:t>
                      </a:r>
                      <a:r>
                        <a:rPr lang="en-US" altLang="ko-KR" sz="1300" b="1">
                          <a:solidFill>
                            <a:srgbClr val="FF0000"/>
                          </a:solidFill>
                        </a:rPr>
                        <a:t>Clock Lane</a:t>
                      </a:r>
                      <a:r>
                        <a:rPr lang="ko-KR" altLang="en-US" sz="1300" b="1">
                          <a:solidFill>
                            <a:srgbClr val="FF0000"/>
                          </a:solidFill>
                        </a:rPr>
                        <a:t>에 대하여 </a:t>
                      </a:r>
                      <a:r>
                        <a:rPr lang="en-US" altLang="ko-KR" sz="1300" b="1">
                          <a:solidFill>
                            <a:srgbClr val="FF0000"/>
                          </a:solidFill>
                        </a:rPr>
                        <a:t>1</a:t>
                      </a:r>
                      <a:r>
                        <a:rPr lang="ko-KR" altLang="en-US" sz="1300" b="1">
                          <a:solidFill>
                            <a:srgbClr val="FF0000"/>
                          </a:solidFill>
                        </a:rPr>
                        <a:t>을 부여한다</a:t>
                      </a:r>
                      <a:r>
                        <a:rPr lang="en-US" altLang="ko-KR" sz="1300" b="1">
                          <a:solidFill>
                            <a:srgbClr val="FF0000"/>
                          </a:solidFill>
                        </a:rPr>
                        <a:t>.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00" b="1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en-US" altLang="ko-KR" sz="1300" b="1" dirty="0">
                          <a:solidFill>
                            <a:schemeClr val="tx1"/>
                          </a:solidFill>
                        </a:rPr>
                        <a:t>Master : M , Slave : S)</a:t>
                      </a:r>
                      <a:endParaRPr lang="ko-KR" altLang="en-US" sz="13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001029"/>
                  </a:ext>
                </a:extLst>
              </a:tr>
              <a:tr h="82913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1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Master / Slave lane </a:t>
                      </a:r>
                    </a:p>
                    <a:p>
                      <a:pPr algn="ctr" latinLnBrk="1"/>
                      <a:r>
                        <a:rPr lang="ko-KR" altLang="en-US" sz="1300" b="1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추가 </a:t>
                      </a:r>
                      <a:r>
                        <a:rPr lang="en-US" altLang="ko-KR" sz="1300" b="1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&amp;</a:t>
                      </a:r>
                      <a:r>
                        <a:rPr lang="ko-KR" altLang="en-US" sz="1300" b="1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 변경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1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M4</a:t>
                      </a:r>
                      <a:r>
                        <a:rPr lang="en-US" altLang="ko-KR" sz="1300" b="1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sym typeface="Wingdings" panose="05000000000000000000" pitchFamily="2" charset="2"/>
                        </a:rPr>
                        <a:t>M22M22</a:t>
                      </a:r>
                    </a:p>
                    <a:p>
                      <a:pPr algn="ctr" latinLnBrk="1"/>
                      <a:r>
                        <a:rPr lang="en-US" altLang="ko-KR" sz="1300" b="1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sym typeface="Wingdings" panose="05000000000000000000" pitchFamily="2" charset="2"/>
                        </a:rPr>
                        <a:t>S4S22S22</a:t>
                      </a:r>
                      <a:endParaRPr lang="ko-KR" altLang="en-US" sz="1300" b="1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M</a:t>
                      </a:r>
                      <a:r>
                        <a:rPr lang="en-US" altLang="ko-KR" sz="1300" b="1">
                          <a:solidFill>
                            <a:schemeClr val="tx1"/>
                          </a:solidFill>
                        </a:rPr>
                        <a:t>0</a:t>
                      </a:r>
                      <a:r>
                        <a:rPr lang="en-US" altLang="ko-KR" sz="1300" b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_DNCLK</a:t>
                      </a:r>
                      <a:r>
                        <a:rPr lang="en-US" altLang="ko-KR" sz="1300" b="1">
                          <a:solidFill>
                            <a:srgbClr val="FF0000"/>
                          </a:solidFill>
                        </a:rPr>
                        <a:t>0</a:t>
                      </a:r>
                      <a:r>
                        <a:rPr lang="en-US" altLang="ko-KR" sz="1300" b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_</a:t>
                      </a:r>
                      <a:r>
                        <a:rPr lang="en-US" altLang="ko-KR" sz="1300" b="1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A0 </a:t>
                      </a:r>
                      <a:r>
                        <a:rPr lang="en-US" altLang="ko-KR" sz="1300" b="1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sym typeface="Wingdings" panose="05000000000000000000" pitchFamily="2" charset="2"/>
                        </a:rPr>
                        <a:t></a:t>
                      </a:r>
                    </a:p>
                    <a:p>
                      <a:pPr algn="ctr" latinLnBrk="1"/>
                      <a:r>
                        <a:rPr lang="en-US" altLang="ko-KR" sz="1300" b="1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sym typeface="Wingdings" panose="05000000000000000000" pitchFamily="2" charset="2"/>
                        </a:rPr>
                        <a:t>M</a:t>
                      </a:r>
                      <a:r>
                        <a:rPr lang="en-US" altLang="ko-KR" sz="1300" b="1">
                          <a:solidFill>
                            <a:srgbClr val="FF0000"/>
                          </a:solidFill>
                          <a:sym typeface="Wingdings" panose="05000000000000000000" pitchFamily="2" charset="2"/>
                        </a:rPr>
                        <a:t>#</a:t>
                      </a:r>
                      <a:r>
                        <a:rPr lang="en-US" altLang="ko-KR" sz="1300" b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sym typeface="Wingdings" panose="05000000000000000000" pitchFamily="2" charset="2"/>
                        </a:rPr>
                        <a:t>_DNCLK</a:t>
                      </a:r>
                      <a:r>
                        <a:rPr lang="en-US" altLang="ko-KR" sz="1300" b="1">
                          <a:solidFill>
                            <a:srgbClr val="FF0000"/>
                          </a:solidFill>
                          <a:sym typeface="Wingdings" panose="05000000000000000000" pitchFamily="2" charset="2"/>
                        </a:rPr>
                        <a:t>0</a:t>
                      </a:r>
                      <a:r>
                        <a:rPr lang="en-US" altLang="ko-KR" sz="1300" b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sym typeface="Wingdings" panose="05000000000000000000" pitchFamily="2" charset="2"/>
                        </a:rPr>
                        <a:t>_A0,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00" b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sym typeface="Wingdings" panose="05000000000000000000" pitchFamily="2" charset="2"/>
                        </a:rPr>
                        <a:t>M</a:t>
                      </a:r>
                      <a:r>
                        <a:rPr lang="en-US" altLang="ko-KR" sz="1300" b="1">
                          <a:solidFill>
                            <a:srgbClr val="FF0000"/>
                          </a:solidFill>
                          <a:sym typeface="Wingdings" panose="05000000000000000000" pitchFamily="2" charset="2"/>
                        </a:rPr>
                        <a:t>#</a:t>
                      </a:r>
                      <a:r>
                        <a:rPr lang="en-US" altLang="ko-KR" sz="1300" b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sym typeface="Wingdings" panose="05000000000000000000" pitchFamily="2" charset="2"/>
                        </a:rPr>
                        <a:t>_DNCLK</a:t>
                      </a:r>
                      <a:r>
                        <a:rPr lang="en-US" altLang="ko-KR" sz="1300" b="1">
                          <a:solidFill>
                            <a:srgbClr val="FF0000"/>
                          </a:solidFill>
                          <a:sym typeface="Wingdings" panose="05000000000000000000" pitchFamily="2" charset="2"/>
                        </a:rPr>
                        <a:t>1</a:t>
                      </a:r>
                      <a:r>
                        <a:rPr lang="en-US" altLang="ko-KR" sz="1300" b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sym typeface="Wingdings" panose="05000000000000000000" pitchFamily="2" charset="2"/>
                        </a:rPr>
                        <a:t>_A0</a:t>
                      </a:r>
                      <a:endParaRPr lang="ko-KR" altLang="en-US" sz="1300" b="1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300" b="1" dirty="0">
                          <a:solidFill>
                            <a:srgbClr val="FF0000"/>
                          </a:solidFill>
                        </a:rPr>
                        <a:t>#(</a:t>
                      </a:r>
                      <a:r>
                        <a:rPr lang="en-US" altLang="ko-KR" sz="1300" b="1">
                          <a:solidFill>
                            <a:srgbClr val="FF0000"/>
                          </a:solidFill>
                        </a:rPr>
                        <a:t>0,1,2..) </a:t>
                      </a:r>
                      <a:r>
                        <a:rPr lang="ko-KR" altLang="en-US" sz="1300" b="1" dirty="0">
                          <a:solidFill>
                            <a:srgbClr val="FF0000"/>
                          </a:solidFill>
                        </a:rPr>
                        <a:t>은 </a:t>
                      </a:r>
                      <a:r>
                        <a:rPr lang="ko-KR" altLang="en-US" sz="1300" b="1">
                          <a:solidFill>
                            <a:srgbClr val="FF0000"/>
                          </a:solidFill>
                        </a:rPr>
                        <a:t>숫자로 부여</a:t>
                      </a:r>
                      <a:r>
                        <a:rPr lang="en-US" altLang="ko-KR" sz="1300" b="1">
                          <a:solidFill>
                            <a:srgbClr val="FF0000"/>
                          </a:solidFill>
                        </a:rPr>
                        <a:t>,</a:t>
                      </a:r>
                      <a:r>
                        <a:rPr lang="ko-KR" altLang="en-US" sz="1300" b="1">
                          <a:solidFill>
                            <a:srgbClr val="FF0000"/>
                          </a:solidFill>
                        </a:rPr>
                        <a:t> 추가된 </a:t>
                      </a:r>
                      <a:r>
                        <a:rPr lang="en-US" altLang="ko-KR" sz="1300" b="1">
                          <a:solidFill>
                            <a:srgbClr val="FF0000"/>
                          </a:solidFill>
                        </a:rPr>
                        <a:t>Clock Lane</a:t>
                      </a:r>
                      <a:r>
                        <a:rPr lang="ko-KR" altLang="en-US" sz="1300" b="1">
                          <a:solidFill>
                            <a:srgbClr val="FF0000"/>
                          </a:solidFill>
                        </a:rPr>
                        <a:t>에 </a:t>
                      </a:r>
                      <a:r>
                        <a:rPr lang="en-US" altLang="ko-KR" sz="1300" b="1">
                          <a:solidFill>
                            <a:srgbClr val="FF0000"/>
                          </a:solidFill>
                        </a:rPr>
                        <a:t>1</a:t>
                      </a:r>
                      <a:r>
                        <a:rPr lang="ko-KR" altLang="en-US" sz="1300" b="1">
                          <a:solidFill>
                            <a:srgbClr val="FF0000"/>
                          </a:solidFill>
                        </a:rPr>
                        <a:t>을 부여</a:t>
                      </a:r>
                      <a:br>
                        <a:rPr lang="en-US" altLang="ko-KR" sz="1300" b="1">
                          <a:solidFill>
                            <a:srgbClr val="FF0000"/>
                          </a:solidFill>
                        </a:rPr>
                      </a:br>
                      <a:r>
                        <a:rPr lang="en-US" altLang="ko-KR" sz="1300" b="1">
                          <a:solidFill>
                            <a:srgbClr val="FF0000"/>
                          </a:solidFill>
                        </a:rPr>
                        <a:t> – </a:t>
                      </a:r>
                      <a:r>
                        <a:rPr lang="ko-KR" altLang="en-US" sz="1300" b="1">
                          <a:solidFill>
                            <a:srgbClr val="FF0000"/>
                          </a:solidFill>
                        </a:rPr>
                        <a:t>상기의 </a:t>
                      </a:r>
                      <a:r>
                        <a:rPr lang="en-US" altLang="ko-KR" sz="1300" b="1">
                          <a:solidFill>
                            <a:srgbClr val="FF0000"/>
                          </a:solidFill>
                        </a:rPr>
                        <a:t>Rule</a:t>
                      </a:r>
                      <a:r>
                        <a:rPr lang="ko-KR" altLang="en-US" sz="1300" b="1">
                          <a:solidFill>
                            <a:srgbClr val="FF0000"/>
                          </a:solidFill>
                        </a:rPr>
                        <a:t>이 동일 적용</a:t>
                      </a:r>
                      <a:endParaRPr lang="en-US" altLang="ko-KR" sz="1300" b="1">
                        <a:solidFill>
                          <a:srgbClr val="FF0000"/>
                        </a:solidFill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00" b="1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en-US" altLang="ko-KR" sz="1300" b="1" dirty="0">
                          <a:solidFill>
                            <a:schemeClr val="tx1"/>
                          </a:solidFill>
                        </a:rPr>
                        <a:t>Master : M , Slave : S)</a:t>
                      </a:r>
                      <a:endParaRPr lang="ko-KR" altLang="en-US" sz="13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213717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584F1C91-61CF-61AC-635B-76F1D73F2EB5}"/>
              </a:ext>
            </a:extLst>
          </p:cNvPr>
          <p:cNvSpPr txBox="1"/>
          <p:nvPr/>
        </p:nvSpPr>
        <p:spPr>
          <a:xfrm>
            <a:off x="521588" y="1168899"/>
            <a:ext cx="48376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1.1 </a:t>
            </a:r>
            <a:r>
              <a:rPr lang="ko-KR" alt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상황별</a:t>
            </a:r>
            <a:r>
              <a:rPr lang="ko-KR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PIN name </a:t>
            </a:r>
            <a:r>
              <a:rPr lang="ko-KR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부여 규칙</a:t>
            </a:r>
            <a:endParaRPr lang="ko-KR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6D21BBE-41BF-2A41-6AE6-D5EC985D324B}"/>
              </a:ext>
            </a:extLst>
          </p:cNvPr>
          <p:cNvSpPr txBox="1"/>
          <p:nvPr/>
        </p:nvSpPr>
        <p:spPr>
          <a:xfrm>
            <a:off x="577194" y="4459483"/>
            <a:ext cx="10980836" cy="6994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Note 1: </a:t>
            </a:r>
            <a:r>
              <a:rPr lang="ko-KR" alt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ko-KR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Configuration </a:t>
            </a:r>
            <a:r>
              <a:rPr lang="ko-KR" alt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변경 시 </a:t>
            </a:r>
            <a:r>
              <a:rPr lang="en-US" altLang="ko-KR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Pin name</a:t>
            </a:r>
            <a:r>
              <a:rPr lang="ko-KR" alt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은 </a:t>
            </a:r>
            <a:r>
              <a:rPr lang="en-US" altLang="ko-KR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SF</a:t>
            </a:r>
            <a:r>
              <a:rPr lang="ko-KR" alt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로부터 이관된 </a:t>
            </a:r>
            <a:r>
              <a:rPr lang="en-US" altLang="ko-KR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Datasheet</a:t>
            </a:r>
            <a:r>
              <a:rPr lang="ko-KR" alt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의 </a:t>
            </a:r>
            <a:r>
              <a:rPr lang="en-US" altLang="ko-KR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Pin</a:t>
            </a:r>
            <a:r>
              <a:rPr lang="ko-KR" alt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에서 확장되어 적용한다</a:t>
            </a:r>
            <a:r>
              <a:rPr lang="en-US" altLang="ko-KR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ko-KR" alt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altLang="ko-KR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ko-KR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Note 2:  </a:t>
            </a:r>
            <a:r>
              <a:rPr lang="ko-KR" alt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상기의 규칙은 </a:t>
            </a:r>
            <a:r>
              <a:rPr lang="en-US" altLang="ko-KR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D-PHY Only / C-PHY Only / CDPHY Combo </a:t>
            </a:r>
            <a:r>
              <a:rPr lang="ko-KR" alt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공통으로 적용된다</a:t>
            </a:r>
            <a:r>
              <a:rPr lang="en-US" altLang="ko-KR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ko-KR" alt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ko-KR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4B08AAE-9AD7-8CF4-9961-DB7FB2E20993}"/>
              </a:ext>
            </a:extLst>
          </p:cNvPr>
          <p:cNvSpPr txBox="1"/>
          <p:nvPr/>
        </p:nvSpPr>
        <p:spPr>
          <a:xfrm>
            <a:off x="605582" y="5295556"/>
            <a:ext cx="10980836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25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M</a:t>
            </a:r>
            <a:r>
              <a:rPr lang="en-US" altLang="ko-KR" sz="2500" b="1">
                <a:solidFill>
                  <a:srgbClr val="FF0000"/>
                </a:solidFill>
              </a:rPr>
              <a:t>#</a:t>
            </a:r>
            <a:r>
              <a:rPr lang="en-US" altLang="ko-KR" sz="2500" b="1">
                <a:solidFill>
                  <a:schemeClr val="tx1">
                    <a:lumMod val="95000"/>
                    <a:lumOff val="5000"/>
                  </a:schemeClr>
                </a:solidFill>
              </a:rPr>
              <a:t>_DNCLK</a:t>
            </a:r>
            <a:r>
              <a:rPr lang="en-US" altLang="ko-KR" sz="2500" b="1">
                <a:solidFill>
                  <a:srgbClr val="FF0000"/>
                </a:solidFill>
              </a:rPr>
              <a:t>?</a:t>
            </a:r>
            <a:r>
              <a:rPr lang="en-US" altLang="ko-KR" sz="2500" b="1">
                <a:solidFill>
                  <a:schemeClr val="tx1">
                    <a:lumMod val="95000"/>
                    <a:lumOff val="5000"/>
                  </a:schemeClr>
                </a:solidFill>
              </a:rPr>
              <a:t>_A0 </a:t>
            </a:r>
            <a:endParaRPr lang="ko-KR" altLang="en-US" sz="2500" dirty="0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A294B2F8-31AD-9788-1214-16141D2348EF}"/>
              </a:ext>
            </a:extLst>
          </p:cNvPr>
          <p:cNvSpPr/>
          <p:nvPr/>
        </p:nvSpPr>
        <p:spPr>
          <a:xfrm>
            <a:off x="4800600" y="5295082"/>
            <a:ext cx="647917" cy="477054"/>
          </a:xfrm>
          <a:prstGeom prst="rect">
            <a:avLst/>
          </a:prstGeom>
          <a:noFill/>
          <a:ln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5C292F08-82E2-753B-DBDB-3F1A5B356070}"/>
              </a:ext>
            </a:extLst>
          </p:cNvPr>
          <p:cNvSpPr/>
          <p:nvPr/>
        </p:nvSpPr>
        <p:spPr>
          <a:xfrm>
            <a:off x="5492417" y="5295556"/>
            <a:ext cx="1810914" cy="476580"/>
          </a:xfrm>
          <a:prstGeom prst="rect">
            <a:avLst/>
          </a:prstGeom>
          <a:noFill/>
          <a:ln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9B91949-AFAF-0354-B845-651F90DE2541}"/>
              </a:ext>
            </a:extLst>
          </p:cNvPr>
          <p:cNvSpPr txBox="1"/>
          <p:nvPr/>
        </p:nvSpPr>
        <p:spPr>
          <a:xfrm>
            <a:off x="5066270" y="6131048"/>
            <a:ext cx="238485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Datasheet</a:t>
            </a:r>
            <a:r>
              <a:rPr lang="ko-KR" altLang="en-US" sz="1200" b="1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상의 정의된 </a:t>
            </a:r>
            <a:r>
              <a:rPr lang="en-US" altLang="ko-KR" sz="1200" b="1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Pin name</a:t>
            </a:r>
            <a:endParaRPr lang="ko-KR" altLang="en-US" sz="1200" b="1" dirty="0">
              <a:highlight>
                <a:srgbClr val="FFFF00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FF97D59-DFDE-8E07-D387-7AABC56E4306}"/>
              </a:ext>
            </a:extLst>
          </p:cNvPr>
          <p:cNvSpPr txBox="1"/>
          <p:nvPr/>
        </p:nvSpPr>
        <p:spPr>
          <a:xfrm>
            <a:off x="3100654" y="6137538"/>
            <a:ext cx="202390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Master / Slave </a:t>
            </a:r>
            <a:r>
              <a:rPr lang="ko-KR" altLang="en-US" sz="1200" b="1" dirty="0" err="1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갯수</a:t>
            </a:r>
            <a:r>
              <a:rPr lang="ko-KR" altLang="en-US" sz="1200" b="1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구분</a:t>
            </a:r>
          </a:p>
        </p:txBody>
      </p:sp>
      <p:cxnSp>
        <p:nvCxnSpPr>
          <p:cNvPr id="13" name="직선 화살표 연결선 12">
            <a:extLst>
              <a:ext uri="{FF2B5EF4-FFF2-40B4-BE49-F238E27FC236}">
                <a16:creationId xmlns:a16="http://schemas.microsoft.com/office/drawing/2014/main" id="{736A1613-6ABC-B7AB-AB9D-259AD3344912}"/>
              </a:ext>
            </a:extLst>
          </p:cNvPr>
          <p:cNvCxnSpPr/>
          <p:nvPr/>
        </p:nvCxnSpPr>
        <p:spPr>
          <a:xfrm flipH="1">
            <a:off x="4611346" y="5779100"/>
            <a:ext cx="444844" cy="358438"/>
          </a:xfrm>
          <a:prstGeom prst="straightConnector1">
            <a:avLst/>
          </a:prstGeom>
          <a:ln>
            <a:solidFill>
              <a:srgbClr val="FF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화살표 연결선 14">
            <a:extLst>
              <a:ext uri="{FF2B5EF4-FFF2-40B4-BE49-F238E27FC236}">
                <a16:creationId xmlns:a16="http://schemas.microsoft.com/office/drawing/2014/main" id="{3CDAB819-79CD-78BA-4D54-65EA896F99AE}"/>
              </a:ext>
            </a:extLst>
          </p:cNvPr>
          <p:cNvCxnSpPr>
            <a:cxnSpLocks/>
            <a:stCxn id="9" idx="2"/>
            <a:endCxn id="10" idx="0"/>
          </p:cNvCxnSpPr>
          <p:nvPr/>
        </p:nvCxnSpPr>
        <p:spPr>
          <a:xfrm flipH="1">
            <a:off x="6258697" y="5772136"/>
            <a:ext cx="139177" cy="358912"/>
          </a:xfrm>
          <a:prstGeom prst="straightConnector1">
            <a:avLst/>
          </a:prstGeom>
          <a:ln>
            <a:solidFill>
              <a:srgbClr val="FF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6BF54760-EDFA-75CE-206A-9C09840C4707}"/>
              </a:ext>
            </a:extLst>
          </p:cNvPr>
          <p:cNvSpPr/>
          <p:nvPr/>
        </p:nvSpPr>
        <p:spPr>
          <a:xfrm>
            <a:off x="6499653" y="5295556"/>
            <a:ext cx="355258" cy="477054"/>
          </a:xfrm>
          <a:prstGeom prst="rect">
            <a:avLst/>
          </a:prstGeom>
          <a:noFill/>
          <a:ln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7" name="직선 화살표 연결선 16">
            <a:extLst>
              <a:ext uri="{FF2B5EF4-FFF2-40B4-BE49-F238E27FC236}">
                <a16:creationId xmlns:a16="http://schemas.microsoft.com/office/drawing/2014/main" id="{8077DB27-2B01-D3BA-D252-F04807D6E27B}"/>
              </a:ext>
            </a:extLst>
          </p:cNvPr>
          <p:cNvCxnSpPr>
            <a:cxnSpLocks/>
          </p:cNvCxnSpPr>
          <p:nvPr/>
        </p:nvCxnSpPr>
        <p:spPr>
          <a:xfrm>
            <a:off x="6716390" y="5778626"/>
            <a:ext cx="883991" cy="345932"/>
          </a:xfrm>
          <a:prstGeom prst="straightConnector1">
            <a:avLst/>
          </a:prstGeom>
          <a:ln>
            <a:solidFill>
              <a:srgbClr val="FF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A81AABDA-96F3-924F-B987-60FF291D6B10}"/>
              </a:ext>
            </a:extLst>
          </p:cNvPr>
          <p:cNvSpPr txBox="1"/>
          <p:nvPr/>
        </p:nvSpPr>
        <p:spPr>
          <a:xfrm>
            <a:off x="7451124" y="6137538"/>
            <a:ext cx="202390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Lane </a:t>
            </a:r>
            <a:r>
              <a:rPr lang="ko-KR" altLang="en-US" sz="1200" b="1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구성 변경시의 구분</a:t>
            </a:r>
          </a:p>
        </p:txBody>
      </p:sp>
    </p:spTree>
    <p:extLst>
      <p:ext uri="{BB962C8B-B14F-4D97-AF65-F5344CB8AC3E}">
        <p14:creationId xmlns:p14="http://schemas.microsoft.com/office/powerpoint/2010/main" val="400752908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Box 18">
            <a:extLst>
              <a:ext uri="{FF2B5EF4-FFF2-40B4-BE49-F238E27FC236}">
                <a16:creationId xmlns:a16="http://schemas.microsoft.com/office/drawing/2014/main" id="{DEF1A3BC-B1F7-19C9-9638-F8AE0FC745AD}"/>
              </a:ext>
            </a:extLst>
          </p:cNvPr>
          <p:cNvSpPr txBox="1"/>
          <p:nvPr/>
        </p:nvSpPr>
        <p:spPr>
          <a:xfrm>
            <a:off x="459805" y="459599"/>
            <a:ext cx="6150720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</a:t>
            </a:r>
            <a:r>
              <a:rPr lang="ko-KR" altLang="en-US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서브라이선스 </a:t>
            </a:r>
            <a:r>
              <a:rPr lang="en-US" altLang="ko-KR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IP _ Pin name </a:t>
            </a:r>
            <a:r>
              <a:rPr lang="ko-KR" altLang="en-US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부여규칙</a:t>
            </a:r>
            <a:endParaRPr lang="ko-KR" altLang="en-US" sz="2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E3130225-AF6B-C4C2-904A-DA655F93FE9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02335368"/>
              </p:ext>
            </p:extLst>
          </p:nvPr>
        </p:nvGraphicFramePr>
        <p:xfrm>
          <a:off x="605581" y="1568751"/>
          <a:ext cx="10924061" cy="50200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0940">
                  <a:extLst>
                    <a:ext uri="{9D8B030D-6E8A-4147-A177-3AD203B41FA5}">
                      <a16:colId xmlns:a16="http://schemas.microsoft.com/office/drawing/2014/main" val="600182552"/>
                    </a:ext>
                  </a:extLst>
                </a:gridCol>
                <a:gridCol w="1359017">
                  <a:extLst>
                    <a:ext uri="{9D8B030D-6E8A-4147-A177-3AD203B41FA5}">
                      <a16:colId xmlns:a16="http://schemas.microsoft.com/office/drawing/2014/main" val="1287115895"/>
                    </a:ext>
                  </a:extLst>
                </a:gridCol>
                <a:gridCol w="1359016">
                  <a:extLst>
                    <a:ext uri="{9D8B030D-6E8A-4147-A177-3AD203B41FA5}">
                      <a16:colId xmlns:a16="http://schemas.microsoft.com/office/drawing/2014/main" val="1177260075"/>
                    </a:ext>
                  </a:extLst>
                </a:gridCol>
                <a:gridCol w="1233182">
                  <a:extLst>
                    <a:ext uri="{9D8B030D-6E8A-4147-A177-3AD203B41FA5}">
                      <a16:colId xmlns:a16="http://schemas.microsoft.com/office/drawing/2014/main" val="415018913"/>
                    </a:ext>
                  </a:extLst>
                </a:gridCol>
                <a:gridCol w="5841906">
                  <a:extLst>
                    <a:ext uri="{9D8B030D-6E8A-4147-A177-3AD203B41FA5}">
                      <a16:colId xmlns:a16="http://schemas.microsoft.com/office/drawing/2014/main" val="1476926305"/>
                    </a:ext>
                  </a:extLst>
                </a:gridCol>
              </a:tblGrid>
              <a:tr h="26611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Category #1</a:t>
                      </a:r>
                      <a:endParaRPr lang="ko-KR" altLang="en-US" sz="10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Category #2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 err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Categroy</a:t>
                      </a:r>
                      <a:r>
                        <a:rPr lang="en-US" altLang="ko-KR" sz="10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 #3</a:t>
                      </a:r>
                      <a:endParaRPr lang="ko-KR" altLang="en-US" sz="10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 err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Categroy</a:t>
                      </a:r>
                      <a:r>
                        <a:rPr lang="en-US" altLang="ko-KR" sz="10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 #4</a:t>
                      </a:r>
                      <a:endParaRPr lang="ko-KR" altLang="en-US" sz="10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 err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파일네임</a:t>
                      </a:r>
                      <a:r>
                        <a:rPr lang="ko-KR" altLang="en-US" sz="10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 규칙 및 구성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649427"/>
                  </a:ext>
                </a:extLst>
              </a:tr>
              <a:tr h="266117">
                <a:tc rowSpan="13">
                  <a:txBody>
                    <a:bodyPr/>
                    <a:lstStyle/>
                    <a:p>
                      <a:pPr marL="0" indent="0" algn="ctr" latinLnBrk="1">
                        <a:buFontTx/>
                        <a:buNone/>
                      </a:pPr>
                      <a:r>
                        <a:rPr lang="en-US" altLang="ko-KR" sz="1300" b="1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FE-COMMON</a:t>
                      </a:r>
                    </a:p>
                  </a:txBody>
                  <a:tcPr vert="eaVert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Model</a:t>
                      </a:r>
                      <a:endParaRPr lang="ko-KR" altLang="en-US" sz="1000" b="1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NC</a:t>
                      </a:r>
                      <a:endParaRPr lang="ko-KR" altLang="en-US" sz="1000" b="1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-</a:t>
                      </a:r>
                      <a:endParaRPr lang="ko-KR" altLang="en-US" sz="1000" b="1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000" b="0" dirty="0">
                          <a:solidFill>
                            <a:srgbClr val="FF0000"/>
                          </a:solidFill>
                        </a:rPr>
                        <a:t>(</a:t>
                      </a:r>
                      <a:r>
                        <a:rPr lang="en-US" altLang="ko-KR" sz="1000" b="0" dirty="0" err="1">
                          <a:solidFill>
                            <a:srgbClr val="FF0000"/>
                          </a:solidFill>
                        </a:rPr>
                        <a:t>ip</a:t>
                      </a:r>
                      <a:r>
                        <a:rPr lang="en-US" altLang="ko-KR" sz="1000" b="0" dirty="0">
                          <a:solidFill>
                            <a:srgbClr val="FF0000"/>
                          </a:solidFill>
                        </a:rPr>
                        <a:t> name).</a:t>
                      </a:r>
                      <a:r>
                        <a:rPr lang="en-US" altLang="ko-KR" sz="1000" b="0" dirty="0" err="1">
                          <a:solidFill>
                            <a:srgbClr val="FF0000"/>
                          </a:solidFill>
                        </a:rPr>
                        <a:t>nc.vp</a:t>
                      </a:r>
                      <a:r>
                        <a:rPr lang="en-US" altLang="ko-KR" sz="1000" b="0" dirty="0">
                          <a:solidFill>
                            <a:srgbClr val="FF0000"/>
                          </a:solidFill>
                        </a:rPr>
                        <a:t> 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(ex. rs_dcphy6310_ln04lpp_m0s22d.nc.vp)</a:t>
                      </a: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57256730"/>
                  </a:ext>
                </a:extLst>
              </a:tr>
              <a:tr h="266117">
                <a:tc vMerge="1">
                  <a:txBody>
                    <a:bodyPr/>
                    <a:lstStyle/>
                    <a:p>
                      <a:pPr marL="0" indent="0" algn="ctr" latinLnBrk="1">
                        <a:buFontTx/>
                        <a:buNone/>
                      </a:pPr>
                      <a:endParaRPr lang="en-US" altLang="ko-KR" sz="1000" b="1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00" b="1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VCS</a:t>
                      </a:r>
                      <a:endParaRPr lang="ko-KR" altLang="en-US" sz="1000" b="1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-</a:t>
                      </a:r>
                      <a:endParaRPr lang="ko-KR" altLang="en-US" sz="1000" b="1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dirty="0">
                          <a:solidFill>
                            <a:srgbClr val="FF0000"/>
                          </a:solidFill>
                        </a:rPr>
                        <a:t>(</a:t>
                      </a:r>
                      <a:r>
                        <a:rPr lang="en-US" altLang="ko-KR" sz="1000" b="0" dirty="0" err="1">
                          <a:solidFill>
                            <a:srgbClr val="FF0000"/>
                          </a:solidFill>
                        </a:rPr>
                        <a:t>ip</a:t>
                      </a:r>
                      <a:r>
                        <a:rPr lang="en-US" altLang="ko-KR" sz="1000" b="0" dirty="0">
                          <a:solidFill>
                            <a:srgbClr val="FF0000"/>
                          </a:solidFill>
                        </a:rPr>
                        <a:t> name).</a:t>
                      </a:r>
                      <a:r>
                        <a:rPr lang="en-US" altLang="ko-KR" sz="1000" b="0" dirty="0" err="1">
                          <a:solidFill>
                            <a:srgbClr val="FF0000"/>
                          </a:solidFill>
                        </a:rPr>
                        <a:t>vcs.vp</a:t>
                      </a:r>
                      <a:r>
                        <a:rPr lang="en-US" altLang="ko-KR" sz="1000" b="0" dirty="0">
                          <a:solidFill>
                            <a:srgbClr val="FF0000"/>
                          </a:solidFill>
                        </a:rPr>
                        <a:t> 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(ex. rs_dcphy6310_ln04lpp_m0s22d.vcs.vp)</a:t>
                      </a: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56805191"/>
                  </a:ext>
                </a:extLst>
              </a:tr>
              <a:tr h="266117">
                <a:tc vMerge="1">
                  <a:txBody>
                    <a:bodyPr/>
                    <a:lstStyle/>
                    <a:p>
                      <a:pPr marL="0" indent="0" algn="ctr" latinLnBrk="1">
                        <a:buFontTx/>
                        <a:buNone/>
                      </a:pPr>
                      <a:endParaRPr lang="en-US" altLang="ko-KR" sz="1000" b="1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LEF</a:t>
                      </a:r>
                      <a:endParaRPr lang="ko-KR" altLang="en-US" sz="1000" b="1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-</a:t>
                      </a:r>
                      <a:endParaRPr lang="ko-KR" altLang="en-US" sz="1000" b="1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-</a:t>
                      </a:r>
                      <a:endParaRPr lang="ko-KR" altLang="en-US" sz="1000" b="1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000" b="0" dirty="0">
                          <a:solidFill>
                            <a:srgbClr val="FF0000"/>
                          </a:solidFill>
                        </a:rPr>
                        <a:t>(</a:t>
                      </a:r>
                      <a:r>
                        <a:rPr lang="en-US" altLang="ko-KR" sz="1000" b="0" dirty="0" err="1">
                          <a:solidFill>
                            <a:srgbClr val="FF0000"/>
                          </a:solidFill>
                        </a:rPr>
                        <a:t>ip</a:t>
                      </a:r>
                      <a:r>
                        <a:rPr lang="en-US" altLang="ko-KR" sz="1000" b="0" dirty="0">
                          <a:solidFill>
                            <a:srgbClr val="FF0000"/>
                          </a:solidFill>
                        </a:rPr>
                        <a:t> name).</a:t>
                      </a:r>
                      <a:r>
                        <a:rPr lang="en-US" altLang="ko-KR" sz="1000" b="0" dirty="0" err="1">
                          <a:solidFill>
                            <a:srgbClr val="FF0000"/>
                          </a:solidFill>
                        </a:rPr>
                        <a:t>lef</a:t>
                      </a:r>
                      <a:r>
                        <a:rPr lang="en-US" altLang="ko-KR" sz="1000" b="0" dirty="0">
                          <a:solidFill>
                            <a:srgbClr val="FF0000"/>
                          </a:solidFill>
                        </a:rPr>
                        <a:t> 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(ex. rs_dcphy6310_ln04lpp_m0s22d.lef)</a:t>
                      </a: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47728650"/>
                  </a:ext>
                </a:extLst>
              </a:tr>
              <a:tr h="266117">
                <a:tc vMerge="1">
                  <a:txBody>
                    <a:bodyPr/>
                    <a:lstStyle/>
                    <a:p>
                      <a:pPr marL="0" indent="0" algn="ctr" latinLnBrk="1">
                        <a:buFontTx/>
                        <a:buNone/>
                      </a:pPr>
                      <a:endParaRPr lang="en-US" altLang="ko-KR" sz="1000" b="1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LIBERTY</a:t>
                      </a:r>
                      <a:endParaRPr lang="ko-KR" altLang="en-US" sz="1000" b="1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-</a:t>
                      </a:r>
                      <a:endParaRPr lang="ko-KR" altLang="en-US" sz="1000" b="1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-</a:t>
                      </a:r>
                      <a:endParaRPr lang="ko-KR" altLang="en-US" sz="1000" b="1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>
                          <a:solidFill>
                            <a:srgbClr val="FF0000"/>
                          </a:solidFill>
                        </a:rPr>
                        <a:t>-. (</a:t>
                      </a:r>
                      <a:r>
                        <a:rPr lang="en-US" altLang="ko-KR" sz="1000" b="0" dirty="0" err="1">
                          <a:solidFill>
                            <a:srgbClr val="FF0000"/>
                          </a:solidFill>
                        </a:rPr>
                        <a:t>ip</a:t>
                      </a:r>
                      <a:r>
                        <a:rPr lang="en-US" altLang="ko-KR" sz="1000" b="0" dirty="0">
                          <a:solidFill>
                            <a:srgbClr val="FF0000"/>
                          </a:solidFill>
                        </a:rPr>
                        <a:t> </a:t>
                      </a:r>
                      <a:r>
                        <a:rPr lang="en-US" altLang="ko-KR" sz="1000" b="0" dirty="0" err="1">
                          <a:solidFill>
                            <a:srgbClr val="FF0000"/>
                          </a:solidFill>
                        </a:rPr>
                        <a:t>name_pvt</a:t>
                      </a:r>
                      <a:r>
                        <a:rPr lang="en-US" altLang="ko-KR" sz="1000" b="0" dirty="0">
                          <a:solidFill>
                            <a:srgbClr val="FF0000"/>
                          </a:solidFill>
                        </a:rPr>
                        <a:t>).</a:t>
                      </a:r>
                      <a:r>
                        <a:rPr lang="en-US" altLang="ko-KR" sz="1000" b="0" dirty="0" err="1">
                          <a:solidFill>
                            <a:srgbClr val="FF0000"/>
                          </a:solidFill>
                        </a:rPr>
                        <a:t>db</a:t>
                      </a:r>
                      <a:r>
                        <a:rPr lang="en-US" altLang="ko-KR" sz="1000" b="0" dirty="0">
                          <a:solidFill>
                            <a:srgbClr val="FF0000"/>
                          </a:solidFill>
                        </a:rPr>
                        <a:t> 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(ex. rs_dcphy6310_ln04lpp_m0s22d_ffpg_0p8250v_125c_sigcmax_lvf.</a:t>
                      </a:r>
                      <a:r>
                        <a:rPr lang="en-US" altLang="ko-KR" sz="1000" b="0">
                          <a:solidFill>
                            <a:schemeClr val="tx1"/>
                          </a:solidFill>
                        </a:rPr>
                        <a:t>db)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>
                          <a:solidFill>
                            <a:srgbClr val="FF0000"/>
                          </a:solidFill>
                        </a:rPr>
                        <a:t>-.</a:t>
                      </a:r>
                      <a:r>
                        <a:rPr lang="en-US" altLang="ko-KR" sz="1000" b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ko-KR" sz="1000" b="0">
                          <a:solidFill>
                            <a:srgbClr val="FF0000"/>
                          </a:solidFill>
                        </a:rPr>
                        <a:t>(ip name_pvt).lib </a:t>
                      </a:r>
                      <a:r>
                        <a:rPr lang="en-US" altLang="ko-KR" sz="1000" b="0">
                          <a:solidFill>
                            <a:schemeClr val="tx1"/>
                          </a:solidFill>
                        </a:rPr>
                        <a:t>(ex. rs_dcphy6310_ln04lpp_m0s22d_ffpg_0p8250v_125c_sigcmax_lvf.lib)</a:t>
                      </a:r>
                      <a:endParaRPr lang="ko-KR" altLang="en-US" sz="10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44827444"/>
                  </a:ext>
                </a:extLst>
              </a:tr>
              <a:tr h="266117">
                <a:tc vMerge="1">
                  <a:txBody>
                    <a:bodyPr/>
                    <a:lstStyle/>
                    <a:p>
                      <a:pPr marL="0" indent="0" algn="ctr" latinLnBrk="1">
                        <a:buFontTx/>
                        <a:buNone/>
                      </a:pPr>
                      <a:endParaRPr lang="en-US" altLang="ko-KR" sz="1000" b="1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TWRAP</a:t>
                      </a:r>
                      <a:endParaRPr lang="ko-KR" altLang="en-US" sz="1000" b="1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-</a:t>
                      </a:r>
                      <a:endParaRPr lang="ko-KR" altLang="en-US" sz="1000" b="1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-</a:t>
                      </a:r>
                      <a:endParaRPr lang="ko-KR" altLang="en-US" sz="1000" b="1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dirty="0">
                          <a:solidFill>
                            <a:srgbClr val="FF0000"/>
                          </a:solidFill>
                        </a:rPr>
                        <a:t>(</a:t>
                      </a:r>
                      <a:r>
                        <a:rPr lang="en-US" altLang="ko-KR" sz="1000" b="0" dirty="0" err="1">
                          <a:solidFill>
                            <a:srgbClr val="FF0000"/>
                          </a:solidFill>
                        </a:rPr>
                        <a:t>wrapper_for_ip</a:t>
                      </a:r>
                      <a:r>
                        <a:rPr lang="en-US" altLang="ko-KR" sz="1000" b="0" dirty="0">
                          <a:solidFill>
                            <a:srgbClr val="FF0000"/>
                          </a:solidFill>
                        </a:rPr>
                        <a:t> name).v 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(ex. wrapper_for_rs_dcphy6310_ln04lpp_m0s22d.v)</a:t>
                      </a: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99693011"/>
                  </a:ext>
                </a:extLst>
              </a:tr>
              <a:tr h="266117">
                <a:tc vMerge="1">
                  <a:txBody>
                    <a:bodyPr/>
                    <a:lstStyle/>
                    <a:p>
                      <a:pPr marL="0" indent="0" algn="ctr" latinLnBrk="1">
                        <a:buFontTx/>
                        <a:buNone/>
                      </a:pPr>
                      <a:endParaRPr lang="en-US" altLang="ko-KR" sz="1000" b="1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6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ATPG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br>
                        <a:rPr lang="en-US" altLang="ko-KR" sz="1000" b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</a:br>
                      <a:r>
                        <a:rPr lang="en-US" altLang="ko-KR" sz="1000" b="1">
                          <a:solidFill>
                            <a:srgbClr val="FF0000"/>
                          </a:solidFill>
                        </a:rPr>
                        <a:t>(ip name).tmaxlog</a:t>
                      </a:r>
                      <a:endParaRPr lang="ko-KR" altLang="en-US" sz="1000" b="1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lib</a:t>
                      </a:r>
                      <a:endParaRPr lang="ko-KR" altLang="en-US" sz="1000" b="1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-</a:t>
                      </a:r>
                      <a:endParaRPr lang="ko-KR" altLang="en-US" sz="1000" b="1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000" b="0" dirty="0">
                          <a:solidFill>
                            <a:srgbClr val="FF0000"/>
                          </a:solidFill>
                        </a:rPr>
                        <a:t>(#######).tv 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(ex. ln04lpp_esd_s7p94t_cdm_rvt_c60l04.tv)</a:t>
                      </a: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30224184"/>
                  </a:ext>
                </a:extLst>
              </a:tr>
              <a:tr h="266117">
                <a:tc vMerge="1">
                  <a:txBody>
                    <a:bodyPr/>
                    <a:lstStyle/>
                    <a:p>
                      <a:pPr marL="0" indent="0" algn="ctr" latinLnBrk="1">
                        <a:buFontTx/>
                        <a:buNone/>
                      </a:pPr>
                      <a:endParaRPr lang="en-US" altLang="ko-KR" sz="1000" b="1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00" b="1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>
                          <a:solidFill>
                            <a:schemeClr val="tx1"/>
                          </a:solidFill>
                        </a:rPr>
                        <a:t>model</a:t>
                      </a:r>
                      <a:endParaRPr lang="ko-KR" altLang="en-US" sz="10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>
                          <a:solidFill>
                            <a:schemeClr val="tx1"/>
                          </a:solidFill>
                        </a:rPr>
                        <a:t>-</a:t>
                      </a:r>
                      <a:endParaRPr lang="ko-KR" altLang="en-US" sz="10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000" b="0" dirty="0">
                          <a:solidFill>
                            <a:srgbClr val="FF0000"/>
                          </a:solidFill>
                        </a:rPr>
                        <a:t>(</a:t>
                      </a:r>
                      <a:r>
                        <a:rPr lang="en-US" altLang="ko-KR" sz="1000" b="0" dirty="0" err="1">
                          <a:solidFill>
                            <a:srgbClr val="FF0000"/>
                          </a:solidFill>
                        </a:rPr>
                        <a:t>ip</a:t>
                      </a:r>
                      <a:r>
                        <a:rPr lang="en-US" altLang="ko-KR" sz="1000" b="0" dirty="0">
                          <a:solidFill>
                            <a:srgbClr val="FF0000"/>
                          </a:solidFill>
                        </a:rPr>
                        <a:t> name).</a:t>
                      </a:r>
                      <a:r>
                        <a:rPr lang="en-US" altLang="ko-KR" sz="1000" b="0" dirty="0" err="1">
                          <a:solidFill>
                            <a:srgbClr val="FF0000"/>
                          </a:solidFill>
                        </a:rPr>
                        <a:t>scan.v</a:t>
                      </a:r>
                      <a:r>
                        <a:rPr lang="en-US" altLang="ko-KR" sz="1000" b="0" dirty="0">
                          <a:solidFill>
                            <a:srgbClr val="FF0000"/>
                          </a:solidFill>
                        </a:rPr>
                        <a:t> 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(ex. rs_dcphy6310_ln04lpp_m0s22d.scan.v)</a:t>
                      </a: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9962678"/>
                  </a:ext>
                </a:extLst>
              </a:tr>
              <a:tr h="266117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00" b="1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00" b="1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>
                          <a:solidFill>
                            <a:schemeClr val="tx1"/>
                          </a:solidFill>
                        </a:rPr>
                        <a:t>net</a:t>
                      </a:r>
                      <a:endParaRPr lang="ko-KR" altLang="en-US" sz="10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>
                          <a:solidFill>
                            <a:schemeClr val="tx1"/>
                          </a:solidFill>
                        </a:rPr>
                        <a:t>-</a:t>
                      </a:r>
                      <a:endParaRPr lang="ko-KR" altLang="en-US" sz="10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dirty="0">
                          <a:solidFill>
                            <a:srgbClr val="FF0000"/>
                          </a:solidFill>
                        </a:rPr>
                        <a:t>(#######).vg 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(ex. apb_slave.vg)</a:t>
                      </a: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001029"/>
                  </a:ext>
                </a:extLst>
              </a:tr>
              <a:tr h="931409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00" b="1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00" b="1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>
                          <a:solidFill>
                            <a:schemeClr val="tx1"/>
                          </a:solidFill>
                        </a:rPr>
                        <a:t>result</a:t>
                      </a:r>
                      <a:endParaRPr lang="ko-KR" altLang="en-US" sz="10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>
                          <a:solidFill>
                            <a:schemeClr val="tx1"/>
                          </a:solidFill>
                        </a:rPr>
                        <a:t>-</a:t>
                      </a:r>
                      <a:endParaRPr lang="ko-KR" altLang="en-US" sz="10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000" b="0" dirty="0">
                          <a:solidFill>
                            <a:srgbClr val="FF0000"/>
                          </a:solidFill>
                        </a:rPr>
                        <a:t>-. </a:t>
                      </a:r>
                      <a:r>
                        <a:rPr lang="en-US" altLang="ko-KR" sz="1000" b="0" dirty="0" err="1">
                          <a:solidFill>
                            <a:srgbClr val="FF0000"/>
                          </a:solidFill>
                        </a:rPr>
                        <a:t>core_clk.infor.cover</a:t>
                      </a:r>
                      <a:endParaRPr lang="en-US" altLang="ko-KR" sz="1000" b="0" dirty="0">
                        <a:solidFill>
                          <a:srgbClr val="FF0000"/>
                        </a:solidFill>
                      </a:endParaRPr>
                    </a:p>
                    <a:p>
                      <a:pPr algn="l" latinLnBrk="1"/>
                      <a:r>
                        <a:rPr lang="en-US" altLang="ko-KR" sz="1000" b="0" dirty="0">
                          <a:solidFill>
                            <a:srgbClr val="FF0000"/>
                          </a:solidFill>
                        </a:rPr>
                        <a:t>-. (</a:t>
                      </a:r>
                      <a:r>
                        <a:rPr lang="en-US" altLang="ko-KR" sz="1000" b="0" dirty="0" err="1">
                          <a:solidFill>
                            <a:srgbClr val="FF0000"/>
                          </a:solidFill>
                        </a:rPr>
                        <a:t>ip</a:t>
                      </a:r>
                      <a:r>
                        <a:rPr lang="en-US" altLang="ko-KR" sz="1000" b="0" dirty="0">
                          <a:solidFill>
                            <a:srgbClr val="FF0000"/>
                          </a:solidFill>
                        </a:rPr>
                        <a:t> name).</a:t>
                      </a:r>
                      <a:r>
                        <a:rPr lang="en-US" altLang="ko-KR" sz="1000" b="0" dirty="0" err="1">
                          <a:solidFill>
                            <a:srgbClr val="FF0000"/>
                          </a:solidFill>
                        </a:rPr>
                        <a:t>AU_faults</a:t>
                      </a:r>
                      <a:r>
                        <a:rPr lang="en-US" altLang="ko-KR" sz="1000" b="0" dirty="0">
                          <a:solidFill>
                            <a:srgbClr val="FF0000"/>
                          </a:solidFill>
                        </a:rPr>
                        <a:t> / (</a:t>
                      </a:r>
                      <a:r>
                        <a:rPr lang="en-US" altLang="ko-KR" sz="1000" b="0" dirty="0" err="1">
                          <a:solidFill>
                            <a:srgbClr val="FF0000"/>
                          </a:solidFill>
                        </a:rPr>
                        <a:t>ip</a:t>
                      </a:r>
                      <a:r>
                        <a:rPr lang="en-US" altLang="ko-KR" sz="1000" b="0" dirty="0">
                          <a:solidFill>
                            <a:srgbClr val="FF0000"/>
                          </a:solidFill>
                        </a:rPr>
                        <a:t> name).</a:t>
                      </a:r>
                      <a:r>
                        <a:rPr lang="en-US" altLang="ko-KR" sz="1000" b="0" dirty="0" err="1">
                          <a:solidFill>
                            <a:srgbClr val="FF0000"/>
                          </a:solidFill>
                        </a:rPr>
                        <a:t>ND_faults</a:t>
                      </a:r>
                      <a:r>
                        <a:rPr lang="en-US" altLang="ko-KR" sz="1000" b="0" dirty="0">
                          <a:solidFill>
                            <a:srgbClr val="FF0000"/>
                          </a:solidFill>
                        </a:rPr>
                        <a:t> / (</a:t>
                      </a:r>
                      <a:r>
                        <a:rPr lang="en-US" altLang="ko-KR" sz="1000" b="0" dirty="0" err="1">
                          <a:solidFill>
                            <a:srgbClr val="FF0000"/>
                          </a:solidFill>
                        </a:rPr>
                        <a:t>ip</a:t>
                      </a:r>
                      <a:r>
                        <a:rPr lang="en-US" altLang="ko-KR" sz="1000" b="0" dirty="0">
                          <a:solidFill>
                            <a:srgbClr val="FF0000"/>
                          </a:solidFill>
                        </a:rPr>
                        <a:t> name).</a:t>
                      </a:r>
                      <a:r>
                        <a:rPr lang="en-US" altLang="ko-KR" sz="1000" b="0" dirty="0" err="1">
                          <a:solidFill>
                            <a:srgbClr val="FF0000"/>
                          </a:solidFill>
                        </a:rPr>
                        <a:t>UD_faults</a:t>
                      </a:r>
                      <a:r>
                        <a:rPr lang="en-US" altLang="ko-KR" sz="1000" b="0" dirty="0">
                          <a:solidFill>
                            <a:srgbClr val="FF0000"/>
                          </a:solidFill>
                        </a:rPr>
                        <a:t> / (</a:t>
                      </a:r>
                      <a:r>
                        <a:rPr lang="en-US" altLang="ko-KR" sz="1000" b="0" dirty="0" err="1">
                          <a:solidFill>
                            <a:srgbClr val="FF0000"/>
                          </a:solidFill>
                        </a:rPr>
                        <a:t>ip</a:t>
                      </a:r>
                      <a:r>
                        <a:rPr lang="en-US" altLang="ko-KR" sz="1000" b="0" dirty="0">
                          <a:solidFill>
                            <a:srgbClr val="FF0000"/>
                          </a:solidFill>
                        </a:rPr>
                        <a:t> name).</a:t>
                      </a:r>
                      <a:r>
                        <a:rPr lang="en-US" altLang="ko-KR" sz="1000" b="0" dirty="0" err="1">
                          <a:solidFill>
                            <a:srgbClr val="FF0000"/>
                          </a:solidFill>
                        </a:rPr>
                        <a:t>all_faults</a:t>
                      </a:r>
                      <a:r>
                        <a:rPr lang="en-US" altLang="ko-KR" sz="1000" b="0" dirty="0">
                          <a:solidFill>
                            <a:srgbClr val="FF0000"/>
                          </a:solidFill>
                        </a:rPr>
                        <a:t> </a:t>
                      </a:r>
                    </a:p>
                    <a:p>
                      <a:pPr algn="l" latinLnBrk="1"/>
                      <a:r>
                        <a:rPr lang="en-US" altLang="ko-KR" sz="1000" b="0" dirty="0">
                          <a:solidFill>
                            <a:srgbClr val="FF0000"/>
                          </a:solidFill>
                        </a:rPr>
                        <a:t>-. (</a:t>
                      </a:r>
                      <a:r>
                        <a:rPr lang="en-US" altLang="ko-KR" sz="1000" b="0" dirty="0" err="1">
                          <a:solidFill>
                            <a:srgbClr val="FF0000"/>
                          </a:solidFill>
                        </a:rPr>
                        <a:t>ip</a:t>
                      </a:r>
                      <a:r>
                        <a:rPr lang="en-US" altLang="ko-KR" sz="1000" b="0" dirty="0">
                          <a:solidFill>
                            <a:srgbClr val="FF0000"/>
                          </a:solidFill>
                        </a:rPr>
                        <a:t> name).bin </a:t>
                      </a:r>
                    </a:p>
                    <a:p>
                      <a:pPr algn="l" latinLnBrk="1"/>
                      <a:r>
                        <a:rPr lang="en-US" altLang="ko-KR" sz="1000" b="0" dirty="0">
                          <a:solidFill>
                            <a:srgbClr val="FF0000"/>
                          </a:solidFill>
                        </a:rPr>
                        <a:t>-. (</a:t>
                      </a:r>
                      <a:r>
                        <a:rPr lang="en-US" altLang="ko-KR" sz="1000" b="0" dirty="0" err="1">
                          <a:solidFill>
                            <a:srgbClr val="FF0000"/>
                          </a:solidFill>
                        </a:rPr>
                        <a:t>ip</a:t>
                      </a:r>
                      <a:r>
                        <a:rPr lang="en-US" altLang="ko-KR" sz="1000" b="0" dirty="0">
                          <a:solidFill>
                            <a:srgbClr val="FF0000"/>
                          </a:solidFill>
                        </a:rPr>
                        <a:t> name).</a:t>
                      </a:r>
                      <a:r>
                        <a:rPr lang="en-US" altLang="ko-KR" sz="1000" b="0" dirty="0" err="1">
                          <a:solidFill>
                            <a:srgbClr val="FF0000"/>
                          </a:solidFill>
                        </a:rPr>
                        <a:t>chain_check.stil</a:t>
                      </a:r>
                      <a:r>
                        <a:rPr lang="en-US" altLang="ko-KR" sz="1000" b="0" dirty="0">
                          <a:solidFill>
                            <a:srgbClr val="FF0000"/>
                          </a:solidFill>
                        </a:rPr>
                        <a:t> / (</a:t>
                      </a:r>
                      <a:r>
                        <a:rPr lang="en-US" altLang="ko-KR" sz="1000" b="0" dirty="0" err="1">
                          <a:solidFill>
                            <a:srgbClr val="FF0000"/>
                          </a:solidFill>
                        </a:rPr>
                        <a:t>ip</a:t>
                      </a:r>
                      <a:r>
                        <a:rPr lang="en-US" altLang="ko-KR" sz="1000" b="0" dirty="0">
                          <a:solidFill>
                            <a:srgbClr val="FF0000"/>
                          </a:solidFill>
                        </a:rPr>
                        <a:t> name).</a:t>
                      </a:r>
                      <a:r>
                        <a:rPr lang="en-US" altLang="ko-KR" sz="1000" b="0" dirty="0" err="1">
                          <a:solidFill>
                            <a:srgbClr val="FF0000"/>
                          </a:solidFill>
                        </a:rPr>
                        <a:t>scan_full.stil</a:t>
                      </a:r>
                      <a:r>
                        <a:rPr lang="en-US" altLang="ko-KR" sz="1000" b="0" dirty="0">
                          <a:solidFill>
                            <a:srgbClr val="FF0000"/>
                          </a:solidFill>
                        </a:rPr>
                        <a:t> 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dirty="0">
                          <a:solidFill>
                            <a:srgbClr val="FF0000"/>
                          </a:solidFill>
                        </a:rPr>
                        <a:t>-. (</a:t>
                      </a:r>
                      <a:r>
                        <a:rPr lang="en-US" altLang="ko-KR" sz="1000" b="0" dirty="0" err="1">
                          <a:solidFill>
                            <a:srgbClr val="FF0000"/>
                          </a:solidFill>
                        </a:rPr>
                        <a:t>ip</a:t>
                      </a:r>
                      <a:r>
                        <a:rPr lang="en-US" altLang="ko-KR" sz="1000" b="0" dirty="0">
                          <a:solidFill>
                            <a:srgbClr val="FF0000"/>
                          </a:solidFill>
                        </a:rPr>
                        <a:t> name).</a:t>
                      </a:r>
                      <a:r>
                        <a:rPr lang="en-US" altLang="ko-KR" sz="1000" b="0" dirty="0" err="1">
                          <a:solidFill>
                            <a:srgbClr val="FF0000"/>
                          </a:solidFill>
                        </a:rPr>
                        <a:t>wgl</a:t>
                      </a:r>
                      <a:endParaRPr lang="en-US" altLang="ko-KR" sz="1000" b="0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956501"/>
                  </a:ext>
                </a:extLst>
              </a:tr>
              <a:tr h="765086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00" b="1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00" b="1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>
                          <a:solidFill>
                            <a:schemeClr val="tx1"/>
                          </a:solidFill>
                        </a:rPr>
                        <a:t>testbench</a:t>
                      </a:r>
                      <a:endParaRPr lang="ko-KR" altLang="en-US" sz="10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dirty="0">
                          <a:solidFill>
                            <a:srgbClr val="FF0000"/>
                          </a:solidFill>
                        </a:rPr>
                        <a:t>-. (</a:t>
                      </a:r>
                      <a:r>
                        <a:rPr lang="en-US" altLang="ko-KR" sz="1000" b="0" dirty="0" err="1">
                          <a:solidFill>
                            <a:srgbClr val="FF0000"/>
                          </a:solidFill>
                        </a:rPr>
                        <a:t>ip</a:t>
                      </a:r>
                      <a:r>
                        <a:rPr lang="en-US" altLang="ko-KR" sz="1000" b="0" dirty="0">
                          <a:solidFill>
                            <a:srgbClr val="FF0000"/>
                          </a:solidFill>
                        </a:rPr>
                        <a:t> name).</a:t>
                      </a:r>
                      <a:r>
                        <a:rPr lang="en-US" altLang="ko-KR" sz="1000" b="0" dirty="0" err="1">
                          <a:solidFill>
                            <a:srgbClr val="FF0000"/>
                          </a:solidFill>
                        </a:rPr>
                        <a:t>scan_full.v</a:t>
                      </a:r>
                      <a:endParaRPr lang="en-US" altLang="ko-KR" sz="1000" b="0" dirty="0">
                        <a:solidFill>
                          <a:srgbClr val="FF0000"/>
                        </a:solidFill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dirty="0">
                          <a:solidFill>
                            <a:srgbClr val="FF0000"/>
                          </a:solidFill>
                        </a:rPr>
                        <a:t>-. (</a:t>
                      </a:r>
                      <a:r>
                        <a:rPr lang="en-US" altLang="ko-KR" sz="1000" b="0" dirty="0" err="1">
                          <a:solidFill>
                            <a:srgbClr val="FF0000"/>
                          </a:solidFill>
                        </a:rPr>
                        <a:t>ip</a:t>
                      </a:r>
                      <a:r>
                        <a:rPr lang="en-US" altLang="ko-KR" sz="1000" b="0" dirty="0">
                          <a:solidFill>
                            <a:srgbClr val="FF0000"/>
                          </a:solidFill>
                        </a:rPr>
                        <a:t> name).scan_full.v.#.</a:t>
                      </a:r>
                      <a:r>
                        <a:rPr lang="en-US" altLang="ko-KR" sz="1000" b="0" dirty="0" err="1">
                          <a:solidFill>
                            <a:srgbClr val="FF0000"/>
                          </a:solidFill>
                        </a:rPr>
                        <a:t>vec</a:t>
                      </a:r>
                      <a:r>
                        <a:rPr lang="en-US" altLang="ko-KR" sz="1000" b="0" dirty="0">
                          <a:solidFill>
                            <a:srgbClr val="FF0000"/>
                          </a:solidFill>
                        </a:rPr>
                        <a:t> (#: 0,1,2,3 ---- 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dirty="0">
                          <a:solidFill>
                            <a:srgbClr val="FF0000"/>
                          </a:solidFill>
                        </a:rPr>
                        <a:t>-. (</a:t>
                      </a:r>
                      <a:r>
                        <a:rPr lang="en-US" altLang="ko-KR" sz="1000" b="0" dirty="0" err="1">
                          <a:solidFill>
                            <a:srgbClr val="FF0000"/>
                          </a:solidFill>
                        </a:rPr>
                        <a:t>ip</a:t>
                      </a:r>
                      <a:r>
                        <a:rPr lang="en-US" altLang="ko-KR" sz="1000" b="0" dirty="0">
                          <a:solidFill>
                            <a:srgbClr val="FF0000"/>
                          </a:solidFill>
                        </a:rPr>
                        <a:t> name).</a:t>
                      </a:r>
                      <a:r>
                        <a:rPr lang="en-US" altLang="ko-KR" sz="1000" b="0" dirty="0" err="1">
                          <a:solidFill>
                            <a:srgbClr val="FF0000"/>
                          </a:solidFill>
                        </a:rPr>
                        <a:t>scan_full.v.cfg</a:t>
                      </a:r>
                      <a:endParaRPr lang="en-US" altLang="ko-KR" sz="1000" b="0" dirty="0">
                        <a:solidFill>
                          <a:srgbClr val="FF0000"/>
                        </a:solidFill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dirty="0">
                          <a:solidFill>
                            <a:srgbClr val="FF0000"/>
                          </a:solidFill>
                        </a:rPr>
                        <a:t>-. (</a:t>
                      </a:r>
                      <a:r>
                        <a:rPr lang="en-US" altLang="ko-KR" sz="1000" b="0" dirty="0" err="1">
                          <a:solidFill>
                            <a:srgbClr val="FF0000"/>
                          </a:solidFill>
                        </a:rPr>
                        <a:t>ip</a:t>
                      </a:r>
                      <a:r>
                        <a:rPr lang="en-US" altLang="ko-KR" sz="1000" b="0" dirty="0">
                          <a:solidFill>
                            <a:srgbClr val="FF0000"/>
                          </a:solidFill>
                        </a:rPr>
                        <a:t> name).scan_full.v.po.name</a:t>
                      </a: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57659694"/>
                  </a:ext>
                </a:extLst>
              </a:tr>
              <a:tr h="266117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00" b="1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00" b="1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 err="1">
                          <a:solidFill>
                            <a:schemeClr val="tx1"/>
                          </a:solidFill>
                        </a:rPr>
                        <a:t>Tmax_scr</a:t>
                      </a:r>
                      <a:endParaRPr lang="ko-KR" altLang="en-US" sz="10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>
                          <a:solidFill>
                            <a:schemeClr val="tx1"/>
                          </a:solidFill>
                        </a:rPr>
                        <a:t>-</a:t>
                      </a:r>
                      <a:endParaRPr lang="ko-KR" altLang="en-US" sz="10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dirty="0">
                          <a:solidFill>
                            <a:srgbClr val="FF0000"/>
                          </a:solidFill>
                        </a:rPr>
                        <a:t>-. (</a:t>
                      </a:r>
                      <a:r>
                        <a:rPr lang="en-US" altLang="ko-KR" sz="1000" b="0" dirty="0" err="1">
                          <a:solidFill>
                            <a:srgbClr val="FF0000"/>
                          </a:solidFill>
                        </a:rPr>
                        <a:t>ip</a:t>
                      </a:r>
                      <a:r>
                        <a:rPr lang="en-US" altLang="ko-KR" sz="1000" b="0" dirty="0">
                          <a:solidFill>
                            <a:srgbClr val="FF0000"/>
                          </a:solidFill>
                        </a:rPr>
                        <a:t> name).</a:t>
                      </a:r>
                      <a:r>
                        <a:rPr lang="en-US" altLang="ko-KR" sz="1000" b="0" dirty="0" err="1">
                          <a:solidFill>
                            <a:srgbClr val="FF0000"/>
                          </a:solidFill>
                        </a:rPr>
                        <a:t>spf</a:t>
                      </a:r>
                      <a:r>
                        <a:rPr lang="en-US" altLang="ko-KR" sz="1000" b="0" dirty="0">
                          <a:solidFill>
                            <a:srgbClr val="FF0000"/>
                          </a:solidFill>
                        </a:rPr>
                        <a:t>  /  (</a:t>
                      </a:r>
                      <a:r>
                        <a:rPr lang="en-US" altLang="ko-KR" sz="1000" b="0" dirty="0" err="1">
                          <a:solidFill>
                            <a:srgbClr val="FF0000"/>
                          </a:solidFill>
                        </a:rPr>
                        <a:t>ip</a:t>
                      </a:r>
                      <a:r>
                        <a:rPr lang="en-US" altLang="ko-KR" sz="1000" b="0" dirty="0">
                          <a:solidFill>
                            <a:srgbClr val="FF0000"/>
                          </a:solidFill>
                        </a:rPr>
                        <a:t> name).</a:t>
                      </a:r>
                      <a:r>
                        <a:rPr lang="en-US" altLang="ko-KR" sz="1000" b="0" dirty="0" err="1">
                          <a:solidFill>
                            <a:srgbClr val="FF0000"/>
                          </a:solidFill>
                        </a:rPr>
                        <a:t>tcl</a:t>
                      </a:r>
                      <a:r>
                        <a:rPr lang="en-US" altLang="ko-KR" sz="1000" b="0" dirty="0">
                          <a:solidFill>
                            <a:srgbClr val="FF0000"/>
                          </a:solidFill>
                        </a:rPr>
                        <a:t>  </a:t>
                      </a: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00420886"/>
                  </a:ext>
                </a:extLst>
              </a:tr>
              <a:tr h="266117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00" b="1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TB_FUNCTION</a:t>
                      </a:r>
                      <a:endParaRPr lang="ko-KR" altLang="en-US" sz="1000" b="1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>
                          <a:solidFill>
                            <a:schemeClr val="tx1"/>
                          </a:solidFill>
                        </a:rPr>
                        <a:t>NC</a:t>
                      </a:r>
                      <a:endParaRPr lang="ko-KR" altLang="en-US" sz="10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dirty="0">
                          <a:solidFill>
                            <a:schemeClr val="tx1"/>
                          </a:solidFill>
                        </a:rPr>
                        <a:t>폴더구성은 </a:t>
                      </a:r>
                      <a:r>
                        <a:rPr lang="en-US" altLang="ko-KR" sz="1000" b="1" dirty="0">
                          <a:solidFill>
                            <a:schemeClr val="tx1"/>
                          </a:solidFill>
                        </a:rPr>
                        <a:t>bench</a:t>
                      </a:r>
                    </a:p>
                    <a:p>
                      <a:pPr algn="ctr" latinLnBrk="1"/>
                      <a:r>
                        <a:rPr lang="ko-KR" altLang="en-US" sz="1000" b="1" dirty="0">
                          <a:solidFill>
                            <a:schemeClr val="tx1"/>
                          </a:solidFill>
                        </a:rPr>
                        <a:t>구조에 따라 생성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algn="l" latinLnBrk="1"/>
                      <a:r>
                        <a:rPr lang="en-US" altLang="ko-KR" sz="1000" b="0" dirty="0">
                          <a:solidFill>
                            <a:srgbClr val="FF0000"/>
                          </a:solidFill>
                        </a:rPr>
                        <a:t>-. </a:t>
                      </a:r>
                      <a:r>
                        <a:rPr lang="en-US" altLang="ko-KR" sz="1000" b="0" dirty="0" err="1">
                          <a:solidFill>
                            <a:srgbClr val="FF0000"/>
                          </a:solidFill>
                        </a:rPr>
                        <a:t>vcode.f</a:t>
                      </a:r>
                      <a:r>
                        <a:rPr lang="en-US" altLang="ko-KR" sz="1000" b="0" dirty="0">
                          <a:solidFill>
                            <a:srgbClr val="FF0000"/>
                          </a:solidFill>
                        </a:rPr>
                        <a:t> / ####.v </a:t>
                      </a:r>
                      <a:endParaRPr lang="ko-KR" altLang="en-US" sz="1000" b="0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3570771"/>
                  </a:ext>
                </a:extLst>
              </a:tr>
              <a:tr h="266117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00" b="1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00" b="1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>
                          <a:solidFill>
                            <a:schemeClr val="tx1"/>
                          </a:solidFill>
                        </a:rPr>
                        <a:t>VCS</a:t>
                      </a:r>
                      <a:endParaRPr lang="ko-KR" altLang="en-US" sz="10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algn="l" latinLnBrk="1"/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22211964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584F1C91-61CF-61AC-635B-76F1D73F2EB5}"/>
              </a:ext>
            </a:extLst>
          </p:cNvPr>
          <p:cNvSpPr txBox="1"/>
          <p:nvPr/>
        </p:nvSpPr>
        <p:spPr>
          <a:xfrm>
            <a:off x="459805" y="1095150"/>
            <a:ext cx="48376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1.2 DK </a:t>
            </a:r>
            <a:r>
              <a:rPr lang="ko-KR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파일 </a:t>
            </a:r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Name </a:t>
            </a:r>
            <a:r>
              <a:rPr lang="ko-KR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구성 규칙</a:t>
            </a:r>
            <a:endParaRPr lang="ko-KR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8923812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Box 18">
            <a:extLst>
              <a:ext uri="{FF2B5EF4-FFF2-40B4-BE49-F238E27FC236}">
                <a16:creationId xmlns:a16="http://schemas.microsoft.com/office/drawing/2014/main" id="{DEF1A3BC-B1F7-19C9-9638-F8AE0FC745AD}"/>
              </a:ext>
            </a:extLst>
          </p:cNvPr>
          <p:cNvSpPr txBox="1"/>
          <p:nvPr/>
        </p:nvSpPr>
        <p:spPr>
          <a:xfrm>
            <a:off x="459805" y="459599"/>
            <a:ext cx="6150720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</a:t>
            </a:r>
            <a:r>
              <a:rPr lang="ko-KR" altLang="en-US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서브라이선스 </a:t>
            </a:r>
            <a:r>
              <a:rPr lang="en-US" altLang="ko-KR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IP _ Pin name </a:t>
            </a:r>
            <a:r>
              <a:rPr lang="ko-KR" altLang="en-US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부여규칙</a:t>
            </a:r>
            <a:endParaRPr lang="ko-KR" altLang="en-US" sz="2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E3130225-AF6B-C4C2-904A-DA655F93FE9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2138421"/>
              </p:ext>
            </p:extLst>
          </p:nvPr>
        </p:nvGraphicFramePr>
        <p:xfrm>
          <a:off x="605581" y="1511601"/>
          <a:ext cx="10924061" cy="50487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4619">
                  <a:extLst>
                    <a:ext uri="{9D8B030D-6E8A-4147-A177-3AD203B41FA5}">
                      <a16:colId xmlns:a16="http://schemas.microsoft.com/office/drawing/2014/main" val="600182552"/>
                    </a:ext>
                  </a:extLst>
                </a:gridCol>
                <a:gridCol w="1390650">
                  <a:extLst>
                    <a:ext uri="{9D8B030D-6E8A-4147-A177-3AD203B41FA5}">
                      <a16:colId xmlns:a16="http://schemas.microsoft.com/office/drawing/2014/main" val="1287115895"/>
                    </a:ext>
                  </a:extLst>
                </a:gridCol>
                <a:gridCol w="1419225">
                  <a:extLst>
                    <a:ext uri="{9D8B030D-6E8A-4147-A177-3AD203B41FA5}">
                      <a16:colId xmlns:a16="http://schemas.microsoft.com/office/drawing/2014/main" val="1177260075"/>
                    </a:ext>
                  </a:extLst>
                </a:gridCol>
                <a:gridCol w="1352550">
                  <a:extLst>
                    <a:ext uri="{9D8B030D-6E8A-4147-A177-3AD203B41FA5}">
                      <a16:colId xmlns:a16="http://schemas.microsoft.com/office/drawing/2014/main" val="415018913"/>
                    </a:ext>
                  </a:extLst>
                </a:gridCol>
                <a:gridCol w="5767017">
                  <a:extLst>
                    <a:ext uri="{9D8B030D-6E8A-4147-A177-3AD203B41FA5}">
                      <a16:colId xmlns:a16="http://schemas.microsoft.com/office/drawing/2014/main" val="1476926305"/>
                    </a:ext>
                  </a:extLst>
                </a:gridCol>
              </a:tblGrid>
              <a:tr h="30930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Category #1</a:t>
                      </a:r>
                      <a:endParaRPr lang="ko-KR" altLang="en-US" sz="10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Category #2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 err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Categroy</a:t>
                      </a:r>
                      <a:r>
                        <a:rPr lang="en-US" altLang="ko-KR" sz="10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 #3</a:t>
                      </a:r>
                      <a:endParaRPr lang="ko-KR" altLang="en-US" sz="10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 err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Categroy</a:t>
                      </a:r>
                      <a:r>
                        <a:rPr lang="en-US" altLang="ko-KR" sz="10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 #4</a:t>
                      </a:r>
                      <a:endParaRPr lang="ko-KR" altLang="en-US" sz="10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 err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파일네임</a:t>
                      </a:r>
                      <a:r>
                        <a:rPr lang="ko-KR" altLang="en-US" sz="10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 규칙 및 구성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649427"/>
                  </a:ext>
                </a:extLst>
              </a:tr>
              <a:tr h="309304">
                <a:tc rowSpan="7">
                  <a:txBody>
                    <a:bodyPr/>
                    <a:lstStyle/>
                    <a:p>
                      <a:pPr marL="0" indent="0" algn="ctr" latinLnBrk="1">
                        <a:buFontTx/>
                        <a:buNone/>
                      </a:pPr>
                      <a:r>
                        <a:rPr lang="en-US" altLang="ko-KR" sz="1300" b="1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FE-COMMON</a:t>
                      </a:r>
                    </a:p>
                  </a:txBody>
                  <a:tcPr vert="eaVert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TB_VECTOR_GEN</a:t>
                      </a:r>
                      <a:endParaRPr lang="ko-KR" altLang="en-US" sz="1000" b="1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NC</a:t>
                      </a:r>
                      <a:endParaRPr lang="ko-KR" altLang="en-US" sz="1000" b="1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dirty="0">
                          <a:solidFill>
                            <a:schemeClr val="tx1"/>
                          </a:solidFill>
                        </a:rPr>
                        <a:t>폴더구성은 </a:t>
                      </a:r>
                      <a:r>
                        <a:rPr lang="en-US" altLang="ko-KR" sz="1000" b="1" dirty="0">
                          <a:solidFill>
                            <a:schemeClr val="tx1"/>
                          </a:solidFill>
                        </a:rPr>
                        <a:t>bench</a:t>
                      </a:r>
                    </a:p>
                    <a:p>
                      <a:pPr algn="ctr" latinLnBrk="1"/>
                      <a:r>
                        <a:rPr lang="ko-KR" altLang="en-US" sz="1000" b="1" dirty="0">
                          <a:solidFill>
                            <a:schemeClr val="tx1"/>
                          </a:solidFill>
                        </a:rPr>
                        <a:t>구조에 따라 생성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dirty="0">
                          <a:solidFill>
                            <a:srgbClr val="FF0000"/>
                          </a:solidFill>
                        </a:rPr>
                        <a:t>-. </a:t>
                      </a:r>
                      <a:r>
                        <a:rPr lang="en-US" altLang="ko-KR" sz="1000" b="0" dirty="0" err="1">
                          <a:solidFill>
                            <a:srgbClr val="FF0000"/>
                          </a:solidFill>
                        </a:rPr>
                        <a:t>vcode.f</a:t>
                      </a:r>
                      <a:r>
                        <a:rPr lang="en-US" altLang="ko-KR" sz="1000" b="0" dirty="0">
                          <a:solidFill>
                            <a:srgbClr val="FF0000"/>
                          </a:solidFill>
                        </a:rPr>
                        <a:t> / ####.v </a:t>
                      </a:r>
                      <a:endParaRPr lang="ko-KR" altLang="en-US" sz="1000" b="0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57256730"/>
                  </a:ext>
                </a:extLst>
              </a:tr>
              <a:tr h="309304">
                <a:tc vMerge="1">
                  <a:txBody>
                    <a:bodyPr/>
                    <a:lstStyle/>
                    <a:p>
                      <a:pPr marL="0" indent="0" algn="ctr" latinLnBrk="1">
                        <a:buFontTx/>
                        <a:buNone/>
                      </a:pPr>
                      <a:endParaRPr lang="en-US" altLang="ko-KR" sz="1000" b="1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00" b="1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VCS</a:t>
                      </a:r>
                      <a:endParaRPr lang="ko-KR" altLang="en-US" sz="1000" b="1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-</a:t>
                      </a:r>
                      <a:endParaRPr lang="ko-KR" altLang="en-US" sz="1000" b="1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56805191"/>
                  </a:ext>
                </a:extLst>
              </a:tr>
              <a:tr h="309304">
                <a:tc vMerge="1">
                  <a:txBody>
                    <a:bodyPr/>
                    <a:lstStyle/>
                    <a:p>
                      <a:pPr marL="0" indent="0" algn="ctr" latinLnBrk="1">
                        <a:buFontTx/>
                        <a:buNone/>
                      </a:pPr>
                      <a:endParaRPr lang="en-US" altLang="ko-KR" sz="1000" b="1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5"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POST_SIM_NET</a:t>
                      </a:r>
                    </a:p>
                    <a:p>
                      <a:pPr algn="ctr" latinLnBrk="1"/>
                      <a:endParaRPr lang="en-US" altLang="ko-KR" sz="1000" b="1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  <a:p>
                      <a:pPr algn="ctr" latinLnBrk="1"/>
                      <a:r>
                        <a:rPr lang="en-US" altLang="ko-KR" sz="1000" b="1" dirty="0">
                          <a:solidFill>
                            <a:srgbClr val="FF0000"/>
                          </a:solidFill>
                        </a:rPr>
                        <a:t>(</a:t>
                      </a:r>
                      <a:r>
                        <a:rPr lang="en-US" altLang="ko-KR" sz="1000" b="1" dirty="0" err="1">
                          <a:solidFill>
                            <a:srgbClr val="FF0000"/>
                          </a:solidFill>
                        </a:rPr>
                        <a:t>sdf_annotation.v</a:t>
                      </a:r>
                      <a:r>
                        <a:rPr lang="en-US" altLang="ko-KR" sz="1000" b="1" dirty="0">
                          <a:solidFill>
                            <a:srgbClr val="FF0000"/>
                          </a:solidFill>
                        </a:rPr>
                        <a:t>)</a:t>
                      </a:r>
                      <a:endParaRPr lang="ko-KR" altLang="en-US" sz="1000" b="1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MODEL</a:t>
                      </a:r>
                      <a:endParaRPr lang="ko-KR" altLang="en-US" sz="1000" b="1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NC</a:t>
                      </a:r>
                      <a:endParaRPr lang="ko-KR" altLang="en-US" sz="1000" b="1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000" b="0" dirty="0">
                          <a:solidFill>
                            <a:srgbClr val="FF0000"/>
                          </a:solidFill>
                        </a:rPr>
                        <a:t>(</a:t>
                      </a:r>
                      <a:r>
                        <a:rPr lang="en-US" altLang="ko-KR" sz="1000" b="0" dirty="0" err="1">
                          <a:solidFill>
                            <a:srgbClr val="FF0000"/>
                          </a:solidFill>
                        </a:rPr>
                        <a:t>ip</a:t>
                      </a:r>
                      <a:r>
                        <a:rPr lang="en-US" altLang="ko-KR" sz="1000" b="0" dirty="0">
                          <a:solidFill>
                            <a:srgbClr val="FF0000"/>
                          </a:solidFill>
                        </a:rPr>
                        <a:t> name).</a:t>
                      </a:r>
                      <a:r>
                        <a:rPr lang="en-US" altLang="ko-KR" sz="1000" b="0" dirty="0" err="1">
                          <a:solidFill>
                            <a:srgbClr val="FF0000"/>
                          </a:solidFill>
                        </a:rPr>
                        <a:t>post.nc.vp</a:t>
                      </a:r>
                      <a:r>
                        <a:rPr lang="en-US" altLang="ko-KR" sz="1000" b="0" dirty="0">
                          <a:solidFill>
                            <a:srgbClr val="FF0000"/>
                          </a:solidFill>
                        </a:rPr>
                        <a:t> 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(ex. rs_dcphy6310_ln04lpp_m0s22d.post.nc.vp)</a:t>
                      </a: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47728650"/>
                  </a:ext>
                </a:extLst>
              </a:tr>
              <a:tr h="309304">
                <a:tc vMerge="1">
                  <a:txBody>
                    <a:bodyPr/>
                    <a:lstStyle/>
                    <a:p>
                      <a:pPr marL="0" indent="0" algn="ctr" latinLnBrk="1">
                        <a:buFontTx/>
                        <a:buNone/>
                      </a:pPr>
                      <a:endParaRPr lang="en-US" altLang="ko-KR" sz="1000" b="1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00" b="1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00" b="1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VCS</a:t>
                      </a:r>
                      <a:endParaRPr lang="ko-KR" altLang="en-US" sz="1000" b="1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dirty="0">
                          <a:solidFill>
                            <a:srgbClr val="FF0000"/>
                          </a:solidFill>
                        </a:rPr>
                        <a:t>(</a:t>
                      </a:r>
                      <a:r>
                        <a:rPr lang="en-US" altLang="ko-KR" sz="1000" b="0" dirty="0" err="1">
                          <a:solidFill>
                            <a:srgbClr val="FF0000"/>
                          </a:solidFill>
                        </a:rPr>
                        <a:t>ip</a:t>
                      </a:r>
                      <a:r>
                        <a:rPr lang="en-US" altLang="ko-KR" sz="1000" b="0" dirty="0">
                          <a:solidFill>
                            <a:srgbClr val="FF0000"/>
                          </a:solidFill>
                        </a:rPr>
                        <a:t> name).</a:t>
                      </a:r>
                      <a:r>
                        <a:rPr lang="en-US" altLang="ko-KR" sz="1000" b="0" dirty="0" err="1">
                          <a:solidFill>
                            <a:srgbClr val="FF0000"/>
                          </a:solidFill>
                        </a:rPr>
                        <a:t>post.vcs.vp</a:t>
                      </a:r>
                      <a:r>
                        <a:rPr lang="en-US" altLang="ko-KR" sz="1000" b="0" dirty="0">
                          <a:solidFill>
                            <a:srgbClr val="FF0000"/>
                          </a:solidFill>
                        </a:rPr>
                        <a:t> 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(ex. rs_dcphy6310_ln04lpp_m0s22d.post.vcs.vp)</a:t>
                      </a: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44827444"/>
                  </a:ext>
                </a:extLst>
              </a:tr>
              <a:tr h="309304">
                <a:tc vMerge="1">
                  <a:txBody>
                    <a:bodyPr/>
                    <a:lstStyle/>
                    <a:p>
                      <a:pPr marL="0" indent="0" algn="ctr" latinLnBrk="1">
                        <a:buFontTx/>
                        <a:buNone/>
                      </a:pPr>
                      <a:endParaRPr lang="en-US" altLang="ko-KR" sz="1000" b="1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00" b="1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NET</a:t>
                      </a:r>
                      <a:endParaRPr lang="ko-KR" altLang="en-US" sz="1000" b="1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-</a:t>
                      </a:r>
                      <a:endParaRPr lang="ko-KR" altLang="en-US" sz="1000" b="1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dirty="0">
                          <a:solidFill>
                            <a:srgbClr val="FF0000"/>
                          </a:solidFill>
                        </a:rPr>
                        <a:t>-. ####.v / ####.vg</a:t>
                      </a:r>
                      <a:endParaRPr lang="ko-KR" altLang="en-US" sz="1000" b="0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99693011"/>
                  </a:ext>
                </a:extLst>
              </a:tr>
              <a:tr h="283412">
                <a:tc vMerge="1">
                  <a:txBody>
                    <a:bodyPr/>
                    <a:lstStyle/>
                    <a:p>
                      <a:pPr marL="0" indent="0" algn="ctr" latinLnBrk="1">
                        <a:buFontTx/>
                        <a:buNone/>
                      </a:pPr>
                      <a:endParaRPr lang="en-US" altLang="ko-KR" sz="1000" b="1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00" b="1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SDF</a:t>
                      </a:r>
                      <a:endParaRPr lang="ko-KR" altLang="en-US" sz="1000" b="1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-</a:t>
                      </a:r>
                      <a:endParaRPr lang="ko-KR" altLang="en-US" sz="1000" b="1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000" b="0" dirty="0">
                          <a:solidFill>
                            <a:srgbClr val="FF0000"/>
                          </a:solidFill>
                        </a:rPr>
                        <a:t>-. (</a:t>
                      </a:r>
                      <a:r>
                        <a:rPr lang="en-US" altLang="ko-KR" sz="1000" b="0" dirty="0" err="1">
                          <a:solidFill>
                            <a:srgbClr val="FF0000"/>
                          </a:solidFill>
                        </a:rPr>
                        <a:t>block.pvt</a:t>
                      </a:r>
                      <a:r>
                        <a:rPr lang="en-US" altLang="ko-KR" sz="1000" b="0" dirty="0">
                          <a:solidFill>
                            <a:srgbClr val="FF0000"/>
                          </a:solidFill>
                        </a:rPr>
                        <a:t>).</a:t>
                      </a:r>
                      <a:r>
                        <a:rPr lang="en-US" altLang="ko-KR" sz="1000" b="0" dirty="0" err="1">
                          <a:solidFill>
                            <a:srgbClr val="FF0000"/>
                          </a:solidFill>
                        </a:rPr>
                        <a:t>sdf</a:t>
                      </a:r>
                      <a:r>
                        <a:rPr lang="en-US" altLang="ko-KR" sz="1000" b="0" dirty="0">
                          <a:solidFill>
                            <a:srgbClr val="FF0000"/>
                          </a:solidFill>
                        </a:rPr>
                        <a:t>  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(ex. apb_salve.ffpg_0p8250v_125c_sigcmin.func.sdf)</a:t>
                      </a: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30224184"/>
                  </a:ext>
                </a:extLst>
              </a:tr>
              <a:tr h="38895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00" b="1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anchor="ctr"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b="1">
                          <a:solidFill>
                            <a:schemeClr val="tx1"/>
                          </a:solidFill>
                        </a:rPr>
                        <a:t>TIMING_EXCEPTION</a:t>
                      </a:r>
                      <a:endParaRPr lang="ko-KR" altLang="en-US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b="1">
                          <a:solidFill>
                            <a:schemeClr val="tx1"/>
                          </a:solidFill>
                        </a:rPr>
                        <a:t>-</a:t>
                      </a:r>
                      <a:endParaRPr lang="ko-KR" altLang="en-US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b="0" dirty="0">
                          <a:solidFill>
                            <a:srgbClr val="FF0000"/>
                          </a:solidFill>
                        </a:rPr>
                        <a:t>-. </a:t>
                      </a:r>
                      <a:r>
                        <a:rPr lang="en-US" altLang="ko-KR" sz="1000" b="0" dirty="0" err="1">
                          <a:solidFill>
                            <a:srgbClr val="FF0000"/>
                          </a:solidFill>
                        </a:rPr>
                        <a:t>async_list.tcl</a:t>
                      </a:r>
                      <a:endParaRPr lang="ko-KR" altLang="en-US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36108768"/>
                  </a:ext>
                </a:extLst>
              </a:tr>
              <a:tr h="298199">
                <a:tc rowSpan="5"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1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BE-COMMON</a:t>
                      </a:r>
                      <a:endParaRPr lang="ko-KR" altLang="en-US" sz="1300" b="1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vert="eaVert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CIR</a:t>
                      </a:r>
                      <a:endParaRPr lang="ko-KR" altLang="en-US" sz="1000" b="1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>
                          <a:solidFill>
                            <a:schemeClr val="tx1"/>
                          </a:solidFill>
                        </a:rPr>
                        <a:t>-</a:t>
                      </a:r>
                      <a:endParaRPr lang="ko-KR" altLang="en-US" sz="10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>
                          <a:solidFill>
                            <a:schemeClr val="tx1"/>
                          </a:solidFill>
                        </a:rPr>
                        <a:t>-</a:t>
                      </a:r>
                      <a:endParaRPr lang="ko-KR" altLang="en-US" sz="10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000" b="0" dirty="0">
                          <a:solidFill>
                            <a:srgbClr val="FF0000"/>
                          </a:solidFill>
                        </a:rPr>
                        <a:t>(</a:t>
                      </a:r>
                      <a:r>
                        <a:rPr lang="en-US" altLang="ko-KR" sz="1000" b="0" dirty="0" err="1">
                          <a:solidFill>
                            <a:srgbClr val="FF0000"/>
                          </a:solidFill>
                        </a:rPr>
                        <a:t>ip</a:t>
                      </a:r>
                      <a:r>
                        <a:rPr lang="en-US" altLang="ko-KR" sz="1000" b="0" dirty="0">
                          <a:solidFill>
                            <a:srgbClr val="FF0000"/>
                          </a:solidFill>
                        </a:rPr>
                        <a:t> name)_</a:t>
                      </a:r>
                      <a:r>
                        <a:rPr lang="en-US" altLang="ko-KR" sz="1000" b="0" dirty="0" err="1">
                          <a:solidFill>
                            <a:srgbClr val="FF0000"/>
                          </a:solidFill>
                        </a:rPr>
                        <a:t>prefix.cdl</a:t>
                      </a:r>
                      <a:r>
                        <a:rPr lang="en-US" altLang="ko-KR" sz="1000" b="0" dirty="0">
                          <a:solidFill>
                            <a:srgbClr val="FF0000"/>
                          </a:solidFill>
                        </a:rPr>
                        <a:t> 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(ex. rs_dcphy6310_ln04lpp_m0s22d._prefix.cdl)</a:t>
                      </a: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001029"/>
                  </a:ext>
                </a:extLst>
              </a:tr>
              <a:tr h="28341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DFM</a:t>
                      </a:r>
                      <a:endParaRPr lang="ko-KR" altLang="en-US" sz="1000" b="1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>
                          <a:solidFill>
                            <a:schemeClr val="tx1"/>
                          </a:solidFill>
                        </a:rPr>
                        <a:t>-</a:t>
                      </a:r>
                      <a:endParaRPr lang="ko-KR" altLang="en-US" sz="10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>
                          <a:solidFill>
                            <a:schemeClr val="tx1"/>
                          </a:solidFill>
                        </a:rPr>
                        <a:t>-</a:t>
                      </a:r>
                      <a:endParaRPr lang="ko-KR" altLang="en-US" sz="10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dirty="0">
                          <a:solidFill>
                            <a:srgbClr val="FF0000"/>
                          </a:solidFill>
                        </a:rPr>
                        <a:t>(</a:t>
                      </a:r>
                      <a:r>
                        <a:rPr lang="en-US" altLang="ko-KR" sz="1000" b="0" dirty="0" err="1">
                          <a:solidFill>
                            <a:srgbClr val="FF0000"/>
                          </a:solidFill>
                        </a:rPr>
                        <a:t>ip</a:t>
                      </a:r>
                      <a:r>
                        <a:rPr lang="en-US" altLang="ko-KR" sz="1000" b="0" dirty="0">
                          <a:solidFill>
                            <a:srgbClr val="FF0000"/>
                          </a:solidFill>
                        </a:rPr>
                        <a:t> name)_</a:t>
                      </a:r>
                      <a:r>
                        <a:rPr lang="en-US" altLang="ko-KR" sz="1000" b="0" dirty="0" err="1">
                          <a:solidFill>
                            <a:srgbClr val="FF0000"/>
                          </a:solidFill>
                        </a:rPr>
                        <a:t>DFM.rpt</a:t>
                      </a:r>
                      <a:r>
                        <a:rPr lang="en-US" altLang="ko-KR" sz="1000" b="0" dirty="0">
                          <a:solidFill>
                            <a:srgbClr val="FF0000"/>
                          </a:solidFill>
                        </a:rPr>
                        <a:t> 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(ex. rs_dcphy6310_ln04lpp_m0s22d._DFM.rpt)</a:t>
                      </a: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03300426"/>
                  </a:ext>
                </a:extLst>
              </a:tr>
              <a:tr h="637678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00" b="1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DRC</a:t>
                      </a:r>
                      <a:endParaRPr lang="ko-KR" altLang="en-US" sz="1000" b="1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>
                          <a:solidFill>
                            <a:schemeClr val="tx1"/>
                          </a:solidFill>
                        </a:rPr>
                        <a:t>-</a:t>
                      </a:r>
                      <a:endParaRPr lang="ko-KR" altLang="en-US" sz="10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>
                          <a:solidFill>
                            <a:schemeClr val="tx1"/>
                          </a:solidFill>
                        </a:rPr>
                        <a:t>-</a:t>
                      </a:r>
                      <a:endParaRPr lang="ko-KR" altLang="en-US" sz="10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dirty="0">
                          <a:solidFill>
                            <a:srgbClr val="FF0000"/>
                          </a:solidFill>
                        </a:rPr>
                        <a:t>-. </a:t>
                      </a:r>
                      <a:r>
                        <a:rPr lang="en-US" altLang="ko-KR" sz="1000" b="0" dirty="0" err="1">
                          <a:solidFill>
                            <a:srgbClr val="FF0000"/>
                          </a:solidFill>
                        </a:rPr>
                        <a:t>drc.calibre</a:t>
                      </a:r>
                      <a:r>
                        <a:rPr lang="en-US" altLang="ko-KR" sz="1000" b="0" dirty="0">
                          <a:solidFill>
                            <a:srgbClr val="FF0000"/>
                          </a:solidFill>
                        </a:rPr>
                        <a:t> </a:t>
                      </a:r>
                      <a:r>
                        <a:rPr lang="en-US" altLang="ko-KR" sz="1000" b="0" dirty="0">
                          <a:solidFill>
                            <a:srgbClr val="0000CC"/>
                          </a:solidFill>
                        </a:rPr>
                        <a:t>(</a:t>
                      </a:r>
                      <a:r>
                        <a:rPr lang="ko-KR" altLang="en-US" sz="1000" b="0" dirty="0">
                          <a:solidFill>
                            <a:srgbClr val="0000CC"/>
                          </a:solidFill>
                        </a:rPr>
                        <a:t>주석</a:t>
                      </a:r>
                      <a:r>
                        <a:rPr lang="en-US" altLang="ko-KR" sz="1000" b="0" dirty="0">
                          <a:solidFill>
                            <a:srgbClr val="0000CC"/>
                          </a:solidFill>
                        </a:rPr>
                        <a:t>: tool</a:t>
                      </a:r>
                      <a:r>
                        <a:rPr lang="ko-KR" altLang="en-US" sz="1000" b="0" dirty="0">
                          <a:solidFill>
                            <a:srgbClr val="0000CC"/>
                          </a:solidFill>
                        </a:rPr>
                        <a:t>에 따라 다름</a:t>
                      </a:r>
                      <a:r>
                        <a:rPr lang="en-US" altLang="ko-KR" sz="1000" b="0" dirty="0">
                          <a:solidFill>
                            <a:srgbClr val="0000CC"/>
                          </a:solidFill>
                        </a:rPr>
                        <a:t>)</a:t>
                      </a:r>
                      <a:r>
                        <a:rPr lang="en-US" altLang="ko-KR" sz="1000" b="0" dirty="0">
                          <a:solidFill>
                            <a:srgbClr val="FF0000"/>
                          </a:solidFill>
                        </a:rPr>
                        <a:t>.run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dirty="0">
                          <a:solidFill>
                            <a:srgbClr val="FF0000"/>
                          </a:solidFill>
                        </a:rPr>
                        <a:t>-. (</a:t>
                      </a:r>
                      <a:r>
                        <a:rPr lang="en-US" altLang="ko-KR" sz="1000" b="0" dirty="0" err="1">
                          <a:solidFill>
                            <a:srgbClr val="FF0000"/>
                          </a:solidFill>
                        </a:rPr>
                        <a:t>ip</a:t>
                      </a:r>
                      <a:r>
                        <a:rPr lang="en-US" altLang="ko-KR" sz="1000" b="0" dirty="0">
                          <a:solidFill>
                            <a:srgbClr val="FF0000"/>
                          </a:solidFill>
                        </a:rPr>
                        <a:t> name).sum 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(ex. rs_dcphy6310_ln04lpp_m0s22d..sum)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dirty="0">
                          <a:solidFill>
                            <a:srgbClr val="FF0000"/>
                          </a:solidFill>
                        </a:rPr>
                        <a:t>-. </a:t>
                      </a:r>
                      <a:r>
                        <a:rPr lang="en-US" altLang="ko-KR" sz="1000" b="0" dirty="0" err="1">
                          <a:solidFill>
                            <a:srgbClr val="FF0000"/>
                          </a:solidFill>
                        </a:rPr>
                        <a:t>sourceme_ip_drc</a:t>
                      </a:r>
                      <a:r>
                        <a:rPr lang="en-US" altLang="ko-KR" sz="1000" b="0" dirty="0">
                          <a:solidFill>
                            <a:srgbClr val="FF0000"/>
                          </a:solidFill>
                        </a:rPr>
                        <a:t>.</a:t>
                      </a:r>
                      <a:r>
                        <a:rPr lang="ko-KR" altLang="en-US" sz="1000" b="0" dirty="0">
                          <a:solidFill>
                            <a:srgbClr val="FF0000"/>
                          </a:solidFill>
                        </a:rPr>
                        <a:t>공정</a:t>
                      </a:r>
                      <a:r>
                        <a:rPr lang="en-US" altLang="ko-KR" sz="1000" b="0" dirty="0">
                          <a:solidFill>
                            <a:srgbClr val="FF0000"/>
                          </a:solidFill>
                        </a:rPr>
                        <a:t>_bash </a:t>
                      </a:r>
                      <a:r>
                        <a:rPr lang="en-US" altLang="ko-KR" sz="1000" b="0" dirty="0">
                          <a:solidFill>
                            <a:srgbClr val="0000CC"/>
                          </a:solidFill>
                        </a:rPr>
                        <a:t>(</a:t>
                      </a:r>
                      <a:r>
                        <a:rPr lang="ko-KR" altLang="en-US" sz="1000" b="0" dirty="0">
                          <a:solidFill>
                            <a:srgbClr val="0000CC"/>
                          </a:solidFill>
                        </a:rPr>
                        <a:t>공정</a:t>
                      </a:r>
                      <a:r>
                        <a:rPr lang="en-US" altLang="ko-KR" sz="1000" b="0" dirty="0">
                          <a:solidFill>
                            <a:srgbClr val="0000CC"/>
                          </a:solidFill>
                        </a:rPr>
                        <a:t>:</a:t>
                      </a:r>
                      <a:r>
                        <a:rPr lang="ko-KR" altLang="en-US" sz="1000" b="0" dirty="0">
                          <a:solidFill>
                            <a:srgbClr val="0000CC"/>
                          </a:solidFill>
                        </a:rPr>
                        <a:t> </a:t>
                      </a:r>
                      <a:r>
                        <a:rPr lang="en-US" altLang="ko-KR" sz="1000" b="0" dirty="0">
                          <a:solidFill>
                            <a:srgbClr val="0000CC"/>
                          </a:solidFill>
                        </a:rPr>
                        <a:t>ln04lpp, ln05lpe)</a:t>
                      </a:r>
                      <a:endParaRPr lang="ko-KR" altLang="en-US" sz="1000" b="0" dirty="0">
                        <a:solidFill>
                          <a:srgbClr val="0000CC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57659694"/>
                  </a:ext>
                </a:extLst>
              </a:tr>
              <a:tr h="309304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00" b="1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GDS</a:t>
                      </a:r>
                      <a:endParaRPr lang="ko-KR" altLang="en-US" sz="1000" b="1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>
                          <a:solidFill>
                            <a:schemeClr val="tx1"/>
                          </a:solidFill>
                        </a:rPr>
                        <a:t>-</a:t>
                      </a:r>
                      <a:endParaRPr lang="ko-KR" altLang="en-US" sz="10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>
                          <a:solidFill>
                            <a:schemeClr val="tx1"/>
                          </a:solidFill>
                        </a:rPr>
                        <a:t>-</a:t>
                      </a:r>
                      <a:endParaRPr lang="ko-KR" altLang="en-US" sz="10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dirty="0">
                          <a:solidFill>
                            <a:srgbClr val="FF0000"/>
                          </a:solidFill>
                        </a:rPr>
                        <a:t>(</a:t>
                      </a:r>
                      <a:r>
                        <a:rPr lang="en-US" altLang="ko-KR" sz="1000" b="0" dirty="0" err="1">
                          <a:solidFill>
                            <a:srgbClr val="FF0000"/>
                          </a:solidFill>
                        </a:rPr>
                        <a:t>ip</a:t>
                      </a:r>
                      <a:r>
                        <a:rPr lang="en-US" altLang="ko-KR" sz="1000" b="0" dirty="0">
                          <a:solidFill>
                            <a:srgbClr val="FF0000"/>
                          </a:solidFill>
                        </a:rPr>
                        <a:t> name).</a:t>
                      </a:r>
                      <a:r>
                        <a:rPr lang="en-US" altLang="ko-KR" sz="1000" b="0" dirty="0" err="1">
                          <a:solidFill>
                            <a:srgbClr val="FF0000"/>
                          </a:solidFill>
                        </a:rPr>
                        <a:t>oas</a:t>
                      </a:r>
                      <a:r>
                        <a:rPr lang="en-US" altLang="ko-KR" sz="1000" b="0" dirty="0">
                          <a:solidFill>
                            <a:srgbClr val="FF0000"/>
                          </a:solidFill>
                        </a:rPr>
                        <a:t> 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(ex. rs_dcphy6310_ln04lpp_m0s22d.oas)</a:t>
                      </a: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00420886"/>
                  </a:ext>
                </a:extLst>
              </a:tr>
              <a:tr h="991942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00" b="1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LVS</a:t>
                      </a:r>
                      <a:endParaRPr lang="ko-KR" altLang="en-US" sz="1000" b="1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>
                          <a:solidFill>
                            <a:schemeClr val="tx1"/>
                          </a:solidFill>
                        </a:rPr>
                        <a:t>-</a:t>
                      </a:r>
                      <a:endParaRPr lang="ko-KR" altLang="en-US" sz="10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>
                          <a:solidFill>
                            <a:schemeClr val="tx1"/>
                          </a:solidFill>
                        </a:rPr>
                        <a:t>-</a:t>
                      </a:r>
                      <a:endParaRPr lang="ko-KR" altLang="en-US" sz="10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000" b="0" dirty="0">
                          <a:solidFill>
                            <a:srgbClr val="FF0000"/>
                          </a:solidFill>
                        </a:rPr>
                        <a:t>-. ERC.(</a:t>
                      </a:r>
                      <a:r>
                        <a:rPr lang="en-US" altLang="ko-KR" sz="1000" b="0" dirty="0" err="1">
                          <a:solidFill>
                            <a:srgbClr val="FF0000"/>
                          </a:solidFill>
                        </a:rPr>
                        <a:t>ip</a:t>
                      </a:r>
                      <a:r>
                        <a:rPr lang="en-US" altLang="ko-KR" sz="1000" b="0" dirty="0">
                          <a:solidFill>
                            <a:srgbClr val="FF0000"/>
                          </a:solidFill>
                        </a:rPr>
                        <a:t> name).rep  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(ex. ERC.rs_dcphy6310_ln04lpp_m0s22d.rep)</a:t>
                      </a:r>
                    </a:p>
                    <a:p>
                      <a:pPr algn="l" latinLnBrk="1"/>
                      <a:r>
                        <a:rPr lang="en-US" altLang="ko-KR" sz="1000" b="0" dirty="0">
                          <a:solidFill>
                            <a:srgbClr val="FF0000"/>
                          </a:solidFill>
                        </a:rPr>
                        <a:t>-. </a:t>
                      </a:r>
                      <a:r>
                        <a:rPr lang="ko-KR" altLang="en-US" sz="1000" b="0" dirty="0">
                          <a:solidFill>
                            <a:srgbClr val="FF0000"/>
                          </a:solidFill>
                        </a:rPr>
                        <a:t>공정</a:t>
                      </a:r>
                      <a:r>
                        <a:rPr lang="en-US" altLang="ko-KR" sz="1000" b="0" dirty="0">
                          <a:solidFill>
                            <a:srgbClr val="FF0000"/>
                          </a:solidFill>
                        </a:rPr>
                        <a:t>.</a:t>
                      </a:r>
                      <a:r>
                        <a:rPr lang="en-US" altLang="ko-KR" sz="1000" b="0" dirty="0" err="1">
                          <a:solidFill>
                            <a:srgbClr val="FF0000"/>
                          </a:solidFill>
                        </a:rPr>
                        <a:t>lvs.cal</a:t>
                      </a:r>
                      <a:r>
                        <a:rPr lang="en-US" altLang="ko-KR" sz="1000" b="0" dirty="0">
                          <a:solidFill>
                            <a:srgbClr val="FF0000"/>
                          </a:solidFill>
                        </a:rPr>
                        <a:t>  (</a:t>
                      </a:r>
                      <a:r>
                        <a:rPr lang="ko-KR" altLang="en-US" sz="1000" b="0" dirty="0">
                          <a:solidFill>
                            <a:srgbClr val="FF0000"/>
                          </a:solidFill>
                        </a:rPr>
                        <a:t>공정</a:t>
                      </a:r>
                      <a:r>
                        <a:rPr lang="en-US" altLang="ko-KR" sz="1000" b="0" dirty="0">
                          <a:solidFill>
                            <a:srgbClr val="FF0000"/>
                          </a:solidFill>
                        </a:rPr>
                        <a:t>: ln04lpp, ln05lpe </a:t>
                      </a:r>
                      <a:r>
                        <a:rPr lang="ko-KR" altLang="en-US" sz="1000" b="0" dirty="0">
                          <a:solidFill>
                            <a:srgbClr val="FF0000"/>
                          </a:solidFill>
                        </a:rPr>
                        <a:t>와 같이 </a:t>
                      </a:r>
                      <a:r>
                        <a:rPr lang="en-US" altLang="ko-KR" sz="1000" b="0" dirty="0">
                          <a:solidFill>
                            <a:srgbClr val="FF0000"/>
                          </a:solidFill>
                        </a:rPr>
                        <a:t>Full name) 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sym typeface="Wingdings" panose="05000000000000000000" pitchFamily="2" charset="2"/>
                        </a:rPr>
                        <a:t>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 (ex. ln04lpp.lvs.cal)</a:t>
                      </a:r>
                    </a:p>
                    <a:p>
                      <a:pPr algn="l" latinLnBrk="1"/>
                      <a:r>
                        <a:rPr lang="en-US" altLang="ko-KR" sz="1000" b="0" dirty="0">
                          <a:solidFill>
                            <a:srgbClr val="FF0000"/>
                          </a:solidFill>
                        </a:rPr>
                        <a:t>-. </a:t>
                      </a:r>
                      <a:r>
                        <a:rPr lang="en-US" altLang="ko-KR" sz="1000" b="0" dirty="0" err="1">
                          <a:solidFill>
                            <a:srgbClr val="FF0000"/>
                          </a:solidFill>
                        </a:rPr>
                        <a:t>lvs_calibre</a:t>
                      </a:r>
                      <a:r>
                        <a:rPr lang="en-US" altLang="ko-KR" sz="1000" b="0" dirty="0">
                          <a:solidFill>
                            <a:srgbClr val="FF0000"/>
                          </a:solidFill>
                        </a:rPr>
                        <a:t> </a:t>
                      </a:r>
                      <a:r>
                        <a:rPr lang="en-US" altLang="ko-KR" sz="1000" b="0" dirty="0">
                          <a:solidFill>
                            <a:srgbClr val="0000CC"/>
                          </a:solidFill>
                        </a:rPr>
                        <a:t>(</a:t>
                      </a:r>
                      <a:r>
                        <a:rPr lang="ko-KR" altLang="en-US" sz="1000" b="0" dirty="0">
                          <a:solidFill>
                            <a:srgbClr val="0000CC"/>
                          </a:solidFill>
                        </a:rPr>
                        <a:t>주석</a:t>
                      </a:r>
                      <a:r>
                        <a:rPr lang="en-US" altLang="ko-KR" sz="1000" b="0" dirty="0">
                          <a:solidFill>
                            <a:srgbClr val="0000CC"/>
                          </a:solidFill>
                        </a:rPr>
                        <a:t>: tool</a:t>
                      </a:r>
                      <a:r>
                        <a:rPr lang="ko-KR" altLang="en-US" sz="1000" b="0" dirty="0">
                          <a:solidFill>
                            <a:srgbClr val="0000CC"/>
                          </a:solidFill>
                        </a:rPr>
                        <a:t>에 따라 다름</a:t>
                      </a:r>
                      <a:r>
                        <a:rPr lang="en-US" altLang="ko-KR" sz="1000" b="0" dirty="0">
                          <a:solidFill>
                            <a:srgbClr val="0000CC"/>
                          </a:solidFill>
                        </a:rPr>
                        <a:t>).</a:t>
                      </a:r>
                      <a:r>
                        <a:rPr lang="en-US" altLang="ko-KR" sz="1000" b="0" dirty="0">
                          <a:solidFill>
                            <a:srgbClr val="FF0000"/>
                          </a:solidFill>
                        </a:rPr>
                        <a:t>run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dirty="0">
                          <a:solidFill>
                            <a:srgbClr val="FF0000"/>
                          </a:solidFill>
                        </a:rPr>
                        <a:t>-. (</a:t>
                      </a:r>
                      <a:r>
                        <a:rPr lang="en-US" altLang="ko-KR" sz="1000" b="0" dirty="0" err="1">
                          <a:solidFill>
                            <a:srgbClr val="FF0000"/>
                          </a:solidFill>
                        </a:rPr>
                        <a:t>ip</a:t>
                      </a:r>
                      <a:r>
                        <a:rPr lang="en-US" altLang="ko-KR" sz="1000" b="0" dirty="0">
                          <a:solidFill>
                            <a:srgbClr val="FF0000"/>
                          </a:solidFill>
                        </a:rPr>
                        <a:t> name).</a:t>
                      </a:r>
                      <a:r>
                        <a:rPr lang="en-US" altLang="ko-KR" sz="1000" b="0" dirty="0" err="1">
                          <a:solidFill>
                            <a:srgbClr val="FF0000"/>
                          </a:solidFill>
                        </a:rPr>
                        <a:t>lvs</a:t>
                      </a:r>
                      <a:r>
                        <a:rPr lang="en-US" altLang="ko-KR" sz="1000" b="0" dirty="0">
                          <a:solidFill>
                            <a:srgbClr val="FF0000"/>
                          </a:solidFill>
                        </a:rPr>
                        <a:t> 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(ex. rs_dcphy6310_ln04lpp_m0s22d..lvs)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dirty="0">
                          <a:solidFill>
                            <a:srgbClr val="FF0000"/>
                          </a:solidFill>
                        </a:rPr>
                        <a:t>-. </a:t>
                      </a:r>
                      <a:r>
                        <a:rPr lang="en-US" altLang="ko-KR" sz="1000" b="0" dirty="0" err="1">
                          <a:solidFill>
                            <a:srgbClr val="FF0000"/>
                          </a:solidFill>
                        </a:rPr>
                        <a:t>sourceme_ip_lvs</a:t>
                      </a:r>
                      <a:r>
                        <a:rPr lang="en-US" altLang="ko-KR" sz="1000" b="0" dirty="0">
                          <a:solidFill>
                            <a:srgbClr val="FF0000"/>
                          </a:solidFill>
                        </a:rPr>
                        <a:t>.</a:t>
                      </a:r>
                      <a:r>
                        <a:rPr lang="ko-KR" altLang="en-US" sz="1000" b="0" dirty="0">
                          <a:solidFill>
                            <a:srgbClr val="FF0000"/>
                          </a:solidFill>
                        </a:rPr>
                        <a:t>공정</a:t>
                      </a:r>
                      <a:r>
                        <a:rPr lang="en-US" altLang="ko-KR" sz="1000" b="0" dirty="0">
                          <a:solidFill>
                            <a:srgbClr val="FF0000"/>
                          </a:solidFill>
                        </a:rPr>
                        <a:t>_</a:t>
                      </a:r>
                      <a:r>
                        <a:rPr lang="en-US" altLang="ko-KR" sz="1000" b="0">
                          <a:solidFill>
                            <a:srgbClr val="FF0000"/>
                          </a:solidFill>
                        </a:rPr>
                        <a:t>bash  </a:t>
                      </a:r>
                      <a:r>
                        <a:rPr lang="en-US" altLang="ko-KR" sz="1000" b="0">
                          <a:solidFill>
                            <a:srgbClr val="0000CC"/>
                          </a:solidFill>
                        </a:rPr>
                        <a:t>(</a:t>
                      </a:r>
                      <a:r>
                        <a:rPr lang="ko-KR" altLang="en-US" sz="1000" b="0">
                          <a:solidFill>
                            <a:srgbClr val="0000CC"/>
                          </a:solidFill>
                        </a:rPr>
                        <a:t>공정</a:t>
                      </a:r>
                      <a:r>
                        <a:rPr lang="en-US" altLang="ko-KR" sz="1000" b="0" dirty="0">
                          <a:solidFill>
                            <a:srgbClr val="0000CC"/>
                          </a:solidFill>
                        </a:rPr>
                        <a:t>:</a:t>
                      </a:r>
                      <a:r>
                        <a:rPr lang="ko-KR" altLang="en-US" sz="1000" b="0" dirty="0">
                          <a:solidFill>
                            <a:srgbClr val="0000CC"/>
                          </a:solidFill>
                        </a:rPr>
                        <a:t> </a:t>
                      </a:r>
                      <a:r>
                        <a:rPr lang="en-US" altLang="ko-KR" sz="1000" b="0" dirty="0">
                          <a:solidFill>
                            <a:srgbClr val="0000CC"/>
                          </a:solidFill>
                        </a:rPr>
                        <a:t>ln04lpp, ln05lpe)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3570771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584F1C91-61CF-61AC-635B-76F1D73F2EB5}"/>
              </a:ext>
            </a:extLst>
          </p:cNvPr>
          <p:cNvSpPr txBox="1"/>
          <p:nvPr/>
        </p:nvSpPr>
        <p:spPr>
          <a:xfrm>
            <a:off x="469330" y="1076100"/>
            <a:ext cx="48376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1.2 DK </a:t>
            </a:r>
            <a:r>
              <a:rPr lang="ko-KR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파일 </a:t>
            </a:r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Name </a:t>
            </a:r>
            <a:r>
              <a:rPr lang="ko-KR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구성 규칙 </a:t>
            </a:r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ko-KR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계속</a:t>
            </a:r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ko-KR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3205992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Box 18">
            <a:extLst>
              <a:ext uri="{FF2B5EF4-FFF2-40B4-BE49-F238E27FC236}">
                <a16:creationId xmlns:a16="http://schemas.microsoft.com/office/drawing/2014/main" id="{DEF1A3BC-B1F7-19C9-9638-F8AE0FC745AD}"/>
              </a:ext>
            </a:extLst>
          </p:cNvPr>
          <p:cNvSpPr txBox="1"/>
          <p:nvPr/>
        </p:nvSpPr>
        <p:spPr>
          <a:xfrm>
            <a:off x="459805" y="459599"/>
            <a:ext cx="6150720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</a:t>
            </a:r>
            <a:r>
              <a:rPr lang="ko-KR" altLang="en-US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서브라이선스 </a:t>
            </a:r>
            <a:r>
              <a:rPr lang="en-US" altLang="ko-KR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IP _ Pin name </a:t>
            </a:r>
            <a:r>
              <a:rPr lang="ko-KR" altLang="en-US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부여규칙</a:t>
            </a:r>
            <a:endParaRPr lang="ko-KR" altLang="en-US" sz="2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E3130225-AF6B-C4C2-904A-DA655F93FE9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67583825"/>
              </p:ext>
            </p:extLst>
          </p:nvPr>
        </p:nvGraphicFramePr>
        <p:xfrm>
          <a:off x="567294" y="1602688"/>
          <a:ext cx="10924061" cy="175963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4619">
                  <a:extLst>
                    <a:ext uri="{9D8B030D-6E8A-4147-A177-3AD203B41FA5}">
                      <a16:colId xmlns:a16="http://schemas.microsoft.com/office/drawing/2014/main" val="600182552"/>
                    </a:ext>
                  </a:extLst>
                </a:gridCol>
                <a:gridCol w="1390650">
                  <a:extLst>
                    <a:ext uri="{9D8B030D-6E8A-4147-A177-3AD203B41FA5}">
                      <a16:colId xmlns:a16="http://schemas.microsoft.com/office/drawing/2014/main" val="1287115895"/>
                    </a:ext>
                  </a:extLst>
                </a:gridCol>
                <a:gridCol w="1419225">
                  <a:extLst>
                    <a:ext uri="{9D8B030D-6E8A-4147-A177-3AD203B41FA5}">
                      <a16:colId xmlns:a16="http://schemas.microsoft.com/office/drawing/2014/main" val="1177260075"/>
                    </a:ext>
                  </a:extLst>
                </a:gridCol>
                <a:gridCol w="1352550">
                  <a:extLst>
                    <a:ext uri="{9D8B030D-6E8A-4147-A177-3AD203B41FA5}">
                      <a16:colId xmlns:a16="http://schemas.microsoft.com/office/drawing/2014/main" val="415018913"/>
                    </a:ext>
                  </a:extLst>
                </a:gridCol>
                <a:gridCol w="5767017">
                  <a:extLst>
                    <a:ext uri="{9D8B030D-6E8A-4147-A177-3AD203B41FA5}">
                      <a16:colId xmlns:a16="http://schemas.microsoft.com/office/drawing/2014/main" val="1476926305"/>
                    </a:ext>
                  </a:extLst>
                </a:gridCol>
              </a:tblGrid>
              <a:tr h="26611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Category #1</a:t>
                      </a:r>
                      <a:endParaRPr lang="ko-KR" altLang="en-US" sz="10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Category #2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 err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Categroy</a:t>
                      </a:r>
                      <a:r>
                        <a:rPr lang="en-US" altLang="ko-KR" sz="10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 #3</a:t>
                      </a:r>
                      <a:endParaRPr lang="ko-KR" altLang="en-US" sz="10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 err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Categroy</a:t>
                      </a:r>
                      <a:r>
                        <a:rPr lang="en-US" altLang="ko-KR" sz="10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 #4</a:t>
                      </a:r>
                      <a:endParaRPr lang="ko-KR" altLang="en-US" sz="10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 err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파일네임</a:t>
                      </a:r>
                      <a:r>
                        <a:rPr lang="ko-KR" altLang="en-US" sz="10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 규칙 및 구성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649427"/>
                  </a:ext>
                </a:extLst>
              </a:tr>
              <a:tr h="133059">
                <a:tc rowSpan="3"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 err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Platform_PSI_CMN</a:t>
                      </a:r>
                      <a:endParaRPr lang="ko-KR" altLang="en-US" sz="1000" b="1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CPM</a:t>
                      </a:r>
                      <a:endParaRPr lang="ko-KR" altLang="en-US" sz="1000" b="1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>
                          <a:solidFill>
                            <a:schemeClr val="tx1"/>
                          </a:solidFill>
                        </a:rPr>
                        <a:t>-</a:t>
                      </a:r>
                      <a:endParaRPr lang="ko-KR" altLang="en-US" sz="10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>
                          <a:solidFill>
                            <a:schemeClr val="tx1"/>
                          </a:solidFill>
                        </a:rPr>
                        <a:t>-</a:t>
                      </a:r>
                      <a:endParaRPr lang="ko-KR" altLang="en-US" sz="10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000" b="0" dirty="0">
                          <a:solidFill>
                            <a:srgbClr val="FF0000"/>
                          </a:solidFill>
                        </a:rPr>
                        <a:t>-. #####.sp / #####.inc </a:t>
                      </a:r>
                      <a:endParaRPr lang="ko-KR" altLang="en-US" sz="1000" b="0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22211964"/>
                  </a:ext>
                </a:extLst>
              </a:tr>
              <a:tr h="12192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00" b="1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vert="eaVert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IBIS_AMI</a:t>
                      </a:r>
                      <a:endParaRPr lang="ko-KR" altLang="en-US" sz="1000" b="1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>
                          <a:solidFill>
                            <a:schemeClr val="tx1"/>
                          </a:solidFill>
                        </a:rPr>
                        <a:t>RX</a:t>
                      </a:r>
                      <a:endParaRPr lang="ko-KR" altLang="en-US" sz="10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>
                          <a:solidFill>
                            <a:schemeClr val="tx1"/>
                          </a:solidFill>
                        </a:rPr>
                        <a:t>-</a:t>
                      </a:r>
                      <a:endParaRPr lang="ko-KR" altLang="en-US" sz="10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dirty="0">
                          <a:solidFill>
                            <a:srgbClr val="FF0000"/>
                          </a:solidFill>
                        </a:rPr>
                        <a:t>(</a:t>
                      </a:r>
                      <a:r>
                        <a:rPr lang="en-US" altLang="ko-KR" sz="1000" b="0" dirty="0" err="1">
                          <a:solidFill>
                            <a:srgbClr val="FF0000"/>
                          </a:solidFill>
                        </a:rPr>
                        <a:t>ip</a:t>
                      </a:r>
                      <a:r>
                        <a:rPr lang="en-US" altLang="ko-KR" sz="1000" b="0" dirty="0">
                          <a:solidFill>
                            <a:srgbClr val="FF0000"/>
                          </a:solidFill>
                        </a:rPr>
                        <a:t> name)_</a:t>
                      </a:r>
                      <a:r>
                        <a:rPr lang="en-US" altLang="ko-KR" sz="1000" b="0" dirty="0" err="1">
                          <a:solidFill>
                            <a:srgbClr val="FF0000"/>
                          </a:solidFill>
                        </a:rPr>
                        <a:t>rx.ami</a:t>
                      </a:r>
                      <a:r>
                        <a:rPr lang="en-US" altLang="ko-KR" sz="1000" b="0" dirty="0">
                          <a:solidFill>
                            <a:srgbClr val="FF0000"/>
                          </a:solidFill>
                        </a:rPr>
                        <a:t> / (</a:t>
                      </a:r>
                      <a:r>
                        <a:rPr lang="en-US" altLang="ko-KR" sz="1000" b="0" dirty="0" err="1">
                          <a:solidFill>
                            <a:srgbClr val="FF0000"/>
                          </a:solidFill>
                        </a:rPr>
                        <a:t>ip</a:t>
                      </a:r>
                      <a:r>
                        <a:rPr lang="en-US" altLang="ko-KR" sz="1000" b="0" dirty="0">
                          <a:solidFill>
                            <a:srgbClr val="FF0000"/>
                          </a:solidFill>
                        </a:rPr>
                        <a:t> name)_rx.dll / (</a:t>
                      </a:r>
                      <a:r>
                        <a:rPr lang="en-US" altLang="ko-KR" sz="1000" b="0" dirty="0" err="1">
                          <a:solidFill>
                            <a:srgbClr val="FF0000"/>
                          </a:solidFill>
                        </a:rPr>
                        <a:t>ip</a:t>
                      </a:r>
                      <a:r>
                        <a:rPr lang="en-US" altLang="ko-KR" sz="1000" b="0" dirty="0">
                          <a:solidFill>
                            <a:srgbClr val="FF0000"/>
                          </a:solidFill>
                        </a:rPr>
                        <a:t> name)_</a:t>
                      </a:r>
                      <a:r>
                        <a:rPr lang="en-US" altLang="ko-KR" sz="1000" b="0" dirty="0" err="1">
                          <a:solidFill>
                            <a:srgbClr val="FF0000"/>
                          </a:solidFill>
                        </a:rPr>
                        <a:t>rx.ibs</a:t>
                      </a:r>
                      <a:r>
                        <a:rPr lang="en-US" altLang="ko-KR" sz="1000" b="0" dirty="0">
                          <a:solidFill>
                            <a:srgbClr val="FF0000"/>
                          </a:solidFill>
                        </a:rPr>
                        <a:t> / (</a:t>
                      </a:r>
                      <a:r>
                        <a:rPr lang="en-US" altLang="ko-KR" sz="1000" b="0" dirty="0" err="1">
                          <a:solidFill>
                            <a:srgbClr val="FF0000"/>
                          </a:solidFill>
                        </a:rPr>
                        <a:t>ip</a:t>
                      </a:r>
                      <a:r>
                        <a:rPr lang="en-US" altLang="ko-KR" sz="1000" b="0" dirty="0">
                          <a:solidFill>
                            <a:srgbClr val="FF0000"/>
                          </a:solidFill>
                        </a:rPr>
                        <a:t> name)_rx.pdb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dirty="0">
                          <a:solidFill>
                            <a:srgbClr val="FF0000"/>
                          </a:solidFill>
                        </a:rPr>
                        <a:t>(</a:t>
                      </a:r>
                      <a:r>
                        <a:rPr lang="en-US" altLang="ko-KR" sz="1000" b="0" dirty="0" err="1">
                          <a:solidFill>
                            <a:srgbClr val="FF0000"/>
                          </a:solidFill>
                        </a:rPr>
                        <a:t>ip</a:t>
                      </a:r>
                      <a:r>
                        <a:rPr lang="en-US" altLang="ko-KR" sz="1000" b="0" dirty="0">
                          <a:solidFill>
                            <a:srgbClr val="FF0000"/>
                          </a:solidFill>
                        </a:rPr>
                        <a:t> name)_rx_###.dll / (</a:t>
                      </a:r>
                      <a:r>
                        <a:rPr lang="en-US" altLang="ko-KR" sz="1000" b="0" dirty="0" err="1">
                          <a:solidFill>
                            <a:srgbClr val="FF0000"/>
                          </a:solidFill>
                        </a:rPr>
                        <a:t>ip</a:t>
                      </a:r>
                      <a:r>
                        <a:rPr lang="en-US" altLang="ko-KR" sz="1000" b="0" dirty="0">
                          <a:solidFill>
                            <a:srgbClr val="FF0000"/>
                          </a:solidFill>
                        </a:rPr>
                        <a:t> name)_rx_###.pdb / (</a:t>
                      </a:r>
                      <a:r>
                        <a:rPr lang="en-US" altLang="ko-KR" sz="1000" b="0" dirty="0" err="1">
                          <a:solidFill>
                            <a:srgbClr val="FF0000"/>
                          </a:solidFill>
                        </a:rPr>
                        <a:t>ip</a:t>
                      </a:r>
                      <a:r>
                        <a:rPr lang="en-US" altLang="ko-KR" sz="1000" b="0" dirty="0">
                          <a:solidFill>
                            <a:srgbClr val="FF0000"/>
                          </a:solidFill>
                        </a:rPr>
                        <a:t> name)_rx_###_ibis.txt   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(### : x64)</a:t>
                      </a: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57094873"/>
                  </a:ext>
                </a:extLst>
              </a:tr>
              <a:tr h="12192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00" b="1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>
                          <a:solidFill>
                            <a:schemeClr val="tx1"/>
                          </a:solidFill>
                        </a:rPr>
                        <a:t>TX</a:t>
                      </a:r>
                      <a:endParaRPr lang="ko-KR" altLang="en-US" sz="10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>
                          <a:solidFill>
                            <a:schemeClr val="tx1"/>
                          </a:solidFill>
                        </a:rPr>
                        <a:t>-</a:t>
                      </a:r>
                      <a:endParaRPr lang="ko-KR" altLang="en-US" sz="10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dirty="0">
                          <a:solidFill>
                            <a:srgbClr val="FF0000"/>
                          </a:solidFill>
                        </a:rPr>
                        <a:t>(</a:t>
                      </a:r>
                      <a:r>
                        <a:rPr lang="en-US" altLang="ko-KR" sz="1000" b="0" dirty="0" err="1">
                          <a:solidFill>
                            <a:srgbClr val="FF0000"/>
                          </a:solidFill>
                        </a:rPr>
                        <a:t>ip</a:t>
                      </a:r>
                      <a:r>
                        <a:rPr lang="en-US" altLang="ko-KR" sz="1000" b="0" dirty="0">
                          <a:solidFill>
                            <a:srgbClr val="FF0000"/>
                          </a:solidFill>
                        </a:rPr>
                        <a:t> name)_.</a:t>
                      </a:r>
                      <a:r>
                        <a:rPr lang="en-US" altLang="ko-KR" sz="1000" b="0" dirty="0" err="1">
                          <a:solidFill>
                            <a:srgbClr val="FF0000"/>
                          </a:solidFill>
                        </a:rPr>
                        <a:t>tx</a:t>
                      </a:r>
                      <a:r>
                        <a:rPr lang="en-US" altLang="ko-KR" sz="1000" b="0" dirty="0">
                          <a:solidFill>
                            <a:srgbClr val="FF0000"/>
                          </a:solidFill>
                        </a:rPr>
                        <a:t>_####.ami / (</a:t>
                      </a:r>
                      <a:r>
                        <a:rPr lang="en-US" altLang="ko-KR" sz="1000" b="0" dirty="0" err="1">
                          <a:solidFill>
                            <a:srgbClr val="FF0000"/>
                          </a:solidFill>
                        </a:rPr>
                        <a:t>ip</a:t>
                      </a:r>
                      <a:r>
                        <a:rPr lang="en-US" altLang="ko-KR" sz="1000" b="0" dirty="0">
                          <a:solidFill>
                            <a:srgbClr val="FF0000"/>
                          </a:solidFill>
                        </a:rPr>
                        <a:t> name)_.tx_####.dll / (</a:t>
                      </a:r>
                      <a:r>
                        <a:rPr lang="en-US" altLang="ko-KR" sz="1000" b="0" dirty="0" err="1">
                          <a:solidFill>
                            <a:srgbClr val="FF0000"/>
                          </a:solidFill>
                        </a:rPr>
                        <a:t>ip</a:t>
                      </a:r>
                      <a:r>
                        <a:rPr lang="en-US" altLang="ko-KR" sz="1000" b="0" dirty="0">
                          <a:solidFill>
                            <a:srgbClr val="FF0000"/>
                          </a:solidFill>
                        </a:rPr>
                        <a:t> name)_.</a:t>
                      </a:r>
                      <a:r>
                        <a:rPr lang="en-US" altLang="ko-KR" sz="1000" b="0" dirty="0" err="1">
                          <a:solidFill>
                            <a:srgbClr val="FF0000"/>
                          </a:solidFill>
                        </a:rPr>
                        <a:t>tx</a:t>
                      </a:r>
                      <a:r>
                        <a:rPr lang="en-US" altLang="ko-KR" sz="1000" b="0" dirty="0">
                          <a:solidFill>
                            <a:srgbClr val="FF0000"/>
                          </a:solidFill>
                        </a:rPr>
                        <a:t>_####.ibs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dirty="0">
                          <a:solidFill>
                            <a:srgbClr val="FF0000"/>
                          </a:solidFill>
                        </a:rPr>
                        <a:t>(</a:t>
                      </a:r>
                      <a:r>
                        <a:rPr lang="en-US" altLang="ko-KR" sz="1000" b="0" dirty="0" err="1">
                          <a:solidFill>
                            <a:srgbClr val="FF0000"/>
                          </a:solidFill>
                        </a:rPr>
                        <a:t>ip</a:t>
                      </a:r>
                      <a:r>
                        <a:rPr lang="en-US" altLang="ko-KR" sz="1000" b="0" dirty="0">
                          <a:solidFill>
                            <a:srgbClr val="FF0000"/>
                          </a:solidFill>
                        </a:rPr>
                        <a:t> name)_.tx_####.pdb / (</a:t>
                      </a:r>
                      <a:r>
                        <a:rPr lang="en-US" altLang="ko-KR" sz="1000" b="0" dirty="0" err="1">
                          <a:solidFill>
                            <a:srgbClr val="FF0000"/>
                          </a:solidFill>
                        </a:rPr>
                        <a:t>ip</a:t>
                      </a:r>
                      <a:r>
                        <a:rPr lang="en-US" altLang="ko-KR" sz="1000" b="0" dirty="0">
                          <a:solidFill>
                            <a:srgbClr val="FF0000"/>
                          </a:solidFill>
                        </a:rPr>
                        <a:t> name)_.tx_####_ibis.txt   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(#### : ex/ 4p5g) 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00" b="0" dirty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dirty="0">
                          <a:solidFill>
                            <a:srgbClr val="FF0000"/>
                          </a:solidFill>
                        </a:rPr>
                        <a:t>(</a:t>
                      </a:r>
                      <a:r>
                        <a:rPr lang="en-US" altLang="ko-KR" sz="1000" b="0" dirty="0" err="1">
                          <a:solidFill>
                            <a:srgbClr val="FF0000"/>
                          </a:solidFill>
                        </a:rPr>
                        <a:t>ip</a:t>
                      </a:r>
                      <a:r>
                        <a:rPr lang="en-US" altLang="ko-KR" sz="1000" b="0" dirty="0">
                          <a:solidFill>
                            <a:srgbClr val="FF0000"/>
                          </a:solidFill>
                        </a:rPr>
                        <a:t> name)_.</a:t>
                      </a:r>
                      <a:r>
                        <a:rPr lang="en-US" altLang="ko-KR" sz="1000" b="0" dirty="0" err="1">
                          <a:solidFill>
                            <a:srgbClr val="FF0000"/>
                          </a:solidFill>
                        </a:rPr>
                        <a:t>tx</a:t>
                      </a:r>
                      <a:r>
                        <a:rPr lang="en-US" altLang="ko-KR" sz="1000" b="0" dirty="0">
                          <a:solidFill>
                            <a:srgbClr val="FF0000"/>
                          </a:solidFill>
                        </a:rPr>
                        <a:t>_####_???.dll / (</a:t>
                      </a:r>
                      <a:r>
                        <a:rPr lang="en-US" altLang="ko-KR" sz="1000" b="0" dirty="0" err="1">
                          <a:solidFill>
                            <a:srgbClr val="FF0000"/>
                          </a:solidFill>
                        </a:rPr>
                        <a:t>ip</a:t>
                      </a:r>
                      <a:r>
                        <a:rPr lang="en-US" altLang="ko-KR" sz="1000" b="0" dirty="0">
                          <a:solidFill>
                            <a:srgbClr val="FF0000"/>
                          </a:solidFill>
                        </a:rPr>
                        <a:t> name)_.</a:t>
                      </a:r>
                      <a:r>
                        <a:rPr lang="en-US" altLang="ko-KR" sz="1000" b="0" dirty="0" err="1">
                          <a:solidFill>
                            <a:srgbClr val="FF0000"/>
                          </a:solidFill>
                        </a:rPr>
                        <a:t>tx</a:t>
                      </a:r>
                      <a:r>
                        <a:rPr lang="en-US" altLang="ko-KR" sz="1000" b="0" dirty="0">
                          <a:solidFill>
                            <a:srgbClr val="FF0000"/>
                          </a:solidFill>
                        </a:rPr>
                        <a:t>_####_???.pdb / (</a:t>
                      </a:r>
                      <a:r>
                        <a:rPr lang="en-US" altLang="ko-KR" sz="1000" b="0" dirty="0" err="1">
                          <a:solidFill>
                            <a:srgbClr val="FF0000"/>
                          </a:solidFill>
                        </a:rPr>
                        <a:t>ip</a:t>
                      </a:r>
                      <a:r>
                        <a:rPr lang="en-US" altLang="ko-KR" sz="1000" b="0" dirty="0">
                          <a:solidFill>
                            <a:srgbClr val="FF0000"/>
                          </a:solidFill>
                        </a:rPr>
                        <a:t> name)_.</a:t>
                      </a:r>
                      <a:r>
                        <a:rPr lang="en-US" altLang="ko-KR" sz="1000" b="0" dirty="0" err="1">
                          <a:solidFill>
                            <a:srgbClr val="FF0000"/>
                          </a:solidFill>
                        </a:rPr>
                        <a:t>tx</a:t>
                      </a:r>
                      <a:r>
                        <a:rPr lang="en-US" altLang="ko-KR" sz="1000" b="0" dirty="0">
                          <a:solidFill>
                            <a:srgbClr val="FF0000"/>
                          </a:solidFill>
                        </a:rPr>
                        <a:t>_####_???_ibis.txt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(??? : ex/ x64)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26408168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584F1C91-61CF-61AC-635B-76F1D73F2EB5}"/>
              </a:ext>
            </a:extLst>
          </p:cNvPr>
          <p:cNvSpPr txBox="1"/>
          <p:nvPr/>
        </p:nvSpPr>
        <p:spPr>
          <a:xfrm>
            <a:off x="459805" y="1102953"/>
            <a:ext cx="48376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1.2 DK </a:t>
            </a:r>
            <a:r>
              <a:rPr lang="ko-KR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파일 </a:t>
            </a:r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Name </a:t>
            </a:r>
            <a:r>
              <a:rPr lang="ko-KR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구성 규칙 </a:t>
            </a:r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ko-KR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계속</a:t>
            </a:r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ko-KR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9A3E8FA-D7B6-6B15-2348-548064EB12B4}"/>
              </a:ext>
            </a:extLst>
          </p:cNvPr>
          <p:cNvSpPr txBox="1"/>
          <p:nvPr/>
        </p:nvSpPr>
        <p:spPr>
          <a:xfrm>
            <a:off x="393130" y="3874472"/>
            <a:ext cx="48376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1.2 IP Name </a:t>
            </a:r>
            <a:r>
              <a:rPr lang="ko-KR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부여 규칙 </a:t>
            </a:r>
            <a:endParaRPr lang="ko-KR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C2924B4-F1B7-6E81-F244-BFE8EECE91F8}"/>
              </a:ext>
            </a:extLst>
          </p:cNvPr>
          <p:cNvSpPr txBox="1"/>
          <p:nvPr/>
        </p:nvSpPr>
        <p:spPr>
          <a:xfrm>
            <a:off x="3677165" y="4364651"/>
            <a:ext cx="4837670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rs_dcphy3300_ln08lpu_m4s4s4d</a:t>
            </a:r>
            <a:endParaRPr lang="ko-KR" alt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DD435BC6-9439-3A72-D302-B1D551C71D9D}"/>
              </a:ext>
            </a:extLst>
          </p:cNvPr>
          <p:cNvSpPr/>
          <p:nvPr/>
        </p:nvSpPr>
        <p:spPr>
          <a:xfrm>
            <a:off x="4314053" y="4364651"/>
            <a:ext cx="1496197" cy="477054"/>
          </a:xfrm>
          <a:prstGeom prst="rect">
            <a:avLst/>
          </a:prstGeom>
          <a:noFill/>
          <a:ln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7" name="직선 화살표 연결선 6">
            <a:extLst>
              <a:ext uri="{FF2B5EF4-FFF2-40B4-BE49-F238E27FC236}">
                <a16:creationId xmlns:a16="http://schemas.microsoft.com/office/drawing/2014/main" id="{C471AE80-F526-E179-A527-62544DD446E1}"/>
              </a:ext>
            </a:extLst>
          </p:cNvPr>
          <p:cNvCxnSpPr>
            <a:cxnSpLocks/>
          </p:cNvCxnSpPr>
          <p:nvPr/>
        </p:nvCxnSpPr>
        <p:spPr>
          <a:xfrm flipH="1">
            <a:off x="4314053" y="4841705"/>
            <a:ext cx="371475" cy="558970"/>
          </a:xfrm>
          <a:prstGeom prst="straightConnector1">
            <a:avLst/>
          </a:prstGeom>
          <a:ln>
            <a:solidFill>
              <a:srgbClr val="FF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BF30F6FA-BE2B-03B3-D49C-1EB1905E80A4}"/>
              </a:ext>
            </a:extLst>
          </p:cNvPr>
          <p:cNvSpPr txBox="1"/>
          <p:nvPr/>
        </p:nvSpPr>
        <p:spPr>
          <a:xfrm>
            <a:off x="3206896" y="5382366"/>
            <a:ext cx="2023904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500" b="1" dirty="0" err="1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mo</a:t>
            </a:r>
            <a:r>
              <a:rPr lang="en-US" altLang="ko-KR" sz="1500" b="1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-DB IP name</a:t>
            </a:r>
            <a:endParaRPr lang="ko-KR" altLang="en-US" sz="1500" b="1" dirty="0">
              <a:highlight>
                <a:srgbClr val="FFFF00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9283775F-1466-53A7-3B8E-A89F0167F44E}"/>
              </a:ext>
            </a:extLst>
          </p:cNvPr>
          <p:cNvSpPr/>
          <p:nvPr/>
        </p:nvSpPr>
        <p:spPr>
          <a:xfrm>
            <a:off x="5862426" y="4364651"/>
            <a:ext cx="1157499" cy="477054"/>
          </a:xfrm>
          <a:prstGeom prst="rect">
            <a:avLst/>
          </a:prstGeom>
          <a:noFill/>
          <a:ln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1" name="직선 화살표 연결선 10">
            <a:extLst>
              <a:ext uri="{FF2B5EF4-FFF2-40B4-BE49-F238E27FC236}">
                <a16:creationId xmlns:a16="http://schemas.microsoft.com/office/drawing/2014/main" id="{3C12EE63-9775-D375-9EA1-03E1F6937D1C}"/>
              </a:ext>
            </a:extLst>
          </p:cNvPr>
          <p:cNvCxnSpPr>
            <a:cxnSpLocks/>
          </p:cNvCxnSpPr>
          <p:nvPr/>
        </p:nvCxnSpPr>
        <p:spPr>
          <a:xfrm flipH="1">
            <a:off x="5966482" y="4841705"/>
            <a:ext cx="371475" cy="558970"/>
          </a:xfrm>
          <a:prstGeom prst="straightConnector1">
            <a:avLst/>
          </a:prstGeom>
          <a:ln>
            <a:solidFill>
              <a:srgbClr val="FF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5299C6AD-798B-DF6D-1001-4CDAF81675FA}"/>
              </a:ext>
            </a:extLst>
          </p:cNvPr>
          <p:cNvSpPr txBox="1"/>
          <p:nvPr/>
        </p:nvSpPr>
        <p:spPr>
          <a:xfrm>
            <a:off x="5062151" y="5400675"/>
            <a:ext cx="2023904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500" b="1" dirty="0" err="1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공정명</a:t>
            </a:r>
            <a:endParaRPr lang="ko-KR" altLang="en-US" sz="1500" b="1" dirty="0">
              <a:highlight>
                <a:srgbClr val="FFFF00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DD65C9C2-EBCE-844E-89B7-47D5788D16DC}"/>
              </a:ext>
            </a:extLst>
          </p:cNvPr>
          <p:cNvSpPr/>
          <p:nvPr/>
        </p:nvSpPr>
        <p:spPr>
          <a:xfrm>
            <a:off x="7086055" y="4364651"/>
            <a:ext cx="1048295" cy="477054"/>
          </a:xfrm>
          <a:prstGeom prst="rect">
            <a:avLst/>
          </a:prstGeom>
          <a:noFill/>
          <a:ln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4" name="직선 화살표 연결선 13">
            <a:extLst>
              <a:ext uri="{FF2B5EF4-FFF2-40B4-BE49-F238E27FC236}">
                <a16:creationId xmlns:a16="http://schemas.microsoft.com/office/drawing/2014/main" id="{E08B1A56-35CF-754D-24C2-BD0FC4496DB5}"/>
              </a:ext>
            </a:extLst>
          </p:cNvPr>
          <p:cNvCxnSpPr>
            <a:cxnSpLocks/>
          </p:cNvCxnSpPr>
          <p:nvPr/>
        </p:nvCxnSpPr>
        <p:spPr>
          <a:xfrm>
            <a:off x="7600677" y="4841705"/>
            <a:ext cx="154930" cy="558970"/>
          </a:xfrm>
          <a:prstGeom prst="straightConnector1">
            <a:avLst/>
          </a:prstGeom>
          <a:ln>
            <a:solidFill>
              <a:srgbClr val="FF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A248D49D-10BD-FFA1-B557-D5CBF4FE6EA0}"/>
              </a:ext>
            </a:extLst>
          </p:cNvPr>
          <p:cNvSpPr txBox="1"/>
          <p:nvPr/>
        </p:nvSpPr>
        <p:spPr>
          <a:xfrm>
            <a:off x="6743655" y="5418984"/>
            <a:ext cx="2023904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500" b="1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Lane configuration</a:t>
            </a:r>
            <a:endParaRPr lang="ko-KR" altLang="en-US" sz="1500" b="1" dirty="0">
              <a:highlight>
                <a:srgbClr val="FFFF00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F1811A8E-A432-A5D1-1DC5-C8B136A77B1E}"/>
              </a:ext>
            </a:extLst>
          </p:cNvPr>
          <p:cNvSpPr/>
          <p:nvPr/>
        </p:nvSpPr>
        <p:spPr>
          <a:xfrm>
            <a:off x="8146920" y="4364651"/>
            <a:ext cx="153960" cy="477054"/>
          </a:xfrm>
          <a:prstGeom prst="rect">
            <a:avLst/>
          </a:prstGeom>
          <a:noFill/>
          <a:ln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8" name="직선 화살표 연결선 17">
            <a:extLst>
              <a:ext uri="{FF2B5EF4-FFF2-40B4-BE49-F238E27FC236}">
                <a16:creationId xmlns:a16="http://schemas.microsoft.com/office/drawing/2014/main" id="{87750FE4-02E8-5E0D-A93C-C23EF58E334A}"/>
              </a:ext>
            </a:extLst>
          </p:cNvPr>
          <p:cNvCxnSpPr>
            <a:cxnSpLocks/>
          </p:cNvCxnSpPr>
          <p:nvPr/>
        </p:nvCxnSpPr>
        <p:spPr>
          <a:xfrm>
            <a:off x="8288725" y="4823396"/>
            <a:ext cx="961792" cy="595588"/>
          </a:xfrm>
          <a:prstGeom prst="straightConnector1">
            <a:avLst/>
          </a:prstGeom>
          <a:ln>
            <a:solidFill>
              <a:srgbClr val="FF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D23F2A7C-AAB8-0199-C6C7-7C66B48DFDB7}"/>
              </a:ext>
            </a:extLst>
          </p:cNvPr>
          <p:cNvSpPr txBox="1"/>
          <p:nvPr/>
        </p:nvSpPr>
        <p:spPr>
          <a:xfrm>
            <a:off x="8909364" y="5418984"/>
            <a:ext cx="2023904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500" b="1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DCPHY : Null</a:t>
            </a:r>
          </a:p>
          <a:p>
            <a:r>
              <a:rPr lang="en-US" altLang="ko-KR" sz="1500" b="1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DPHY Only : d</a:t>
            </a:r>
          </a:p>
          <a:p>
            <a:r>
              <a:rPr lang="en-US" altLang="ko-KR" sz="1500" b="1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CPHY Only : c</a:t>
            </a:r>
            <a:endParaRPr lang="ko-KR" altLang="en-US" sz="1500" b="1" dirty="0">
              <a:highlight>
                <a:srgbClr val="FFFF00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1054973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문서" ma:contentTypeID="0x0101004A35F365BCD0A647B41C9A5EE11D8E7F" ma:contentTypeVersion="0" ma:contentTypeDescription="새 문서를 만듭니다." ma:contentTypeScope="" ma:versionID="ef3dae96860f2340ecdacfd2c82f0a56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1ccbc891ccf6c725020c7d69a281778b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콘텐츠 형식"/>
        <xsd:element ref="dc:title" minOccurs="0" maxOccurs="1" ma:index="4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3611F5F6-0434-455A-B84A-2D339FF660F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138782C0-8223-4D43-B4BD-2744C0B41CB6}"/>
</file>

<file path=customXml/itemProps3.xml><?xml version="1.0" encoding="utf-8"?>
<ds:datastoreItem xmlns:ds="http://schemas.openxmlformats.org/officeDocument/2006/customXml" ds:itemID="{4E064B07-C76F-4757-8BD3-37C4753D128E}"/>
</file>

<file path=docProps/app.xml><?xml version="1.0" encoding="utf-8"?>
<Properties xmlns="http://schemas.openxmlformats.org/officeDocument/2006/extended-properties" xmlns:vt="http://schemas.openxmlformats.org/officeDocument/2006/docPropsVTypes">
  <TotalTime>4451</TotalTime>
  <Words>1510</Words>
  <Application>Microsoft Office PowerPoint</Application>
  <PresentationFormat>와이드스크린</PresentationFormat>
  <Paragraphs>224</Paragraphs>
  <Slides>6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11" baseType="lpstr">
      <vt:lpstr>맑은 고딕</vt:lpstr>
      <vt:lpstr>Arial</vt:lpstr>
      <vt:lpstr>Times New Roman</vt:lpstr>
      <vt:lpstr>Wingdings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김 동남</dc:creator>
  <cp:lastModifiedBy>이 상원</cp:lastModifiedBy>
  <cp:revision>2</cp:revision>
  <cp:lastPrinted>2023-11-24T05:42:06Z</cp:lastPrinted>
  <dcterms:created xsi:type="dcterms:W3CDTF">2022-09-05T01:50:16Z</dcterms:created>
  <dcterms:modified xsi:type="dcterms:W3CDTF">2024-02-06T05:59:22Z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0x0101004A35F365BCD0A647B41C9A5EE11D8E7F</vt:lpwstr>
  </property>
</Properties>
</file>